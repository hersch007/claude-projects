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Update "Media Kit · 2026" with the current year. Replace handle if it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follower counts each quarter. TikTok "390K+" is total likes — a proxy for reach because TikTok viral reach exceeds follower counts significantly.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bio copy as credentials or platforms change. The left-panel quote pulls from Google search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or remove topic cards to match your current content focus. Each card = one niche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insight slide. Update the "Organic Reach" figure when data changes. Dual audience (clients + clinicians) is a key selling point for therapy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rates as your audience grows. Bundle and Monthly Partnership rows are highlighted — push these in conversations with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contact info here: email address, website, and social handles. This is the last slide a brand decision-maker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572000" cy="4572000"/>
          </a:xfrm>
          <a:prstGeom prst="ellipse">
            <a:avLst/>
          </a:prstGeom>
          <a:solidFill>
            <a:srgbClr val="B5C8AD">
              <a:alpha val="13000"/>
            </a:srgbClr>
          </a:solidFill>
          <a:ln w="12700">
            <a:solidFill>
              <a:srgbClr val="B5C8AD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2834640"/>
            <a:ext cx="2560320" cy="2560320"/>
          </a:xfrm>
          <a:prstGeom prst="ellipse">
            <a:avLst/>
          </a:prstGeom>
          <a:solidFill>
            <a:srgbClr val="B5C8AD">
              <a:alpha val="8000"/>
            </a:srgbClr>
          </a:solidFill>
          <a:ln w="12700">
            <a:solidFill>
              <a:srgbClr val="B5C8AD">
                <a:alpha val="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KIT  · 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8686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Brashear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  ·  TikTok  ·  Instagram  ·  Facebook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0156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4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EMDR Therapist &amp; EMDRIA Approved Consultant —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0B4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trauma therapy relatable for survivors and the clinicians who serve them.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846320"/>
            <a:ext cx="822960" cy="310896"/>
          </a:xfrm>
          <a:prstGeom prst="rect">
            <a:avLst/>
          </a:prstGeom>
          <a:solidFill>
            <a:srgbClr val="2F3B40"/>
          </a:solidFill>
          <a:ln w="9525">
            <a:solidFill>
              <a:srgbClr val="B5C8AD">
                <a:alpha val="5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84632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55064" y="4846320"/>
            <a:ext cx="1004011" cy="310896"/>
          </a:xfrm>
          <a:prstGeom prst="rect">
            <a:avLst/>
          </a:prstGeom>
          <a:solidFill>
            <a:srgbClr val="2F3B40"/>
          </a:solidFill>
          <a:ln w="9525">
            <a:solidFill>
              <a:srgbClr val="B5C8AD">
                <a:alpha val="5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55064" y="4846320"/>
            <a:ext cx="100401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05379" y="4846320"/>
            <a:ext cx="929030" cy="310896"/>
          </a:xfrm>
          <a:prstGeom prst="rect">
            <a:avLst/>
          </a:prstGeom>
          <a:solidFill>
            <a:srgbClr val="2F3B40"/>
          </a:solidFill>
          <a:ln w="9525">
            <a:solidFill>
              <a:srgbClr val="B5C8AD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5379" y="4846320"/>
            <a:ext cx="9290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80714" y="4846320"/>
            <a:ext cx="2578608" cy="310896"/>
          </a:xfrm>
          <a:prstGeom prst="rect">
            <a:avLst/>
          </a:prstGeom>
          <a:solidFill>
            <a:srgbClr val="2F3B40"/>
          </a:solidFill>
          <a:ln w="9525">
            <a:solidFill>
              <a:srgbClr val="B5C8AD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80714" y="484632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&amp; Grow  ·  Providence, 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2F3B40"/>
          </a:solidFill>
          <a:ln w="12700">
            <a:solidFill>
              <a:srgbClr val="2F3B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REACH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2179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11880" cy="4937760"/>
          </a:xfrm>
          <a:prstGeom prst="rect">
            <a:avLst/>
          </a:prstGeom>
          <a:solidFill>
            <a:srgbClr val="E8EFE5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31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390K+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649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3794760"/>
            <a:ext cx="1234440" cy="22860"/>
          </a:xfrm>
          <a:prstGeom prst="rect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9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2,529 followers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reach 60K–120K+ 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98264" y="1600200"/>
            <a:ext cx="3611880" cy="4937760"/>
          </a:xfrm>
          <a:prstGeom prst="rect">
            <a:avLst/>
          </a:prstGeom>
          <a:solidFill>
            <a:srgbClr val="E8EFE5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98264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398264" y="2331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8,836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4398264" y="33649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86984" y="3794760"/>
            <a:ext cx="1234440" cy="22860"/>
          </a:xfrm>
          <a:prstGeom prst="rect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9704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9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posts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therapy community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93608" y="1600200"/>
            <a:ext cx="3611880" cy="4937760"/>
          </a:xfrm>
          <a:prstGeom prst="rect">
            <a:avLst/>
          </a:prstGeom>
          <a:solidFill>
            <a:srgbClr val="E8EFE5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965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50" kern="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2331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52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36499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482328" y="3794760"/>
            <a:ext cx="1234440" cy="22860"/>
          </a:xfrm>
          <a:prstGeom prst="rect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85048" y="39319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9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audience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76488" y="42793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IG presence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2F3B40"/>
          </a:solidFill>
          <a:ln w="12700">
            <a:solidFill>
              <a:srgbClr val="2F3B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68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STEPH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0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Brashear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99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@steph.goes.with.that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4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popular mental health creator and EMDR consultant known for sharing relatable insights on therapy and emotional healing.”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AI Overview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77724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EMDR Therapist &amp; EMDRIA Approved Consultant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572768"/>
            <a:ext cx="5806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Brashear is a licensed EMDR Therapist and EMDRIA Approved Consultant based in Providence, Rhode Island — licensed in SC, ID, and OH.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brand Root &amp; Grow, she has built a trusted voice in the mental health space by making complex trauma therapy genuinely accessible to both survivors and clinicians.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TikTok content consistently reaches audiences far beyond her follower count, with individual videos earning tens of thousands — sometimes over 100,000 — organic views.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speaks to two high-trust audiences at once: survivors navigating their healing and therapists seeking clinical insight — making her uniquely valuable to brands in the therapy and mental health space.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NICHE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Steph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103120"/>
            <a:ext cx="118872" cy="118872"/>
          </a:xfrm>
          <a:prstGeom prst="ellipse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933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5059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Movement Desensitization &amp; Reprocessing — explained accessibly for clients and clinicians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8264" y="18288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103120"/>
            <a:ext cx="118872" cy="118872"/>
          </a:xfrm>
          <a:prstGeom prst="ellipse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5424" y="19933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— Internal Family Systems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35424" y="245059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work and self-leadership made relatable for everyday healing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93608" y="18288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13064" y="2103120"/>
            <a:ext cx="118872" cy="118872"/>
          </a:xfrm>
          <a:prstGeom prst="ellipse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0768" y="199339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CPTSD &amp; Complex Trauma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45059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talk about complex trauma, symptoms, and pathways to recovery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" y="4251960"/>
            <a:ext cx="118872" cy="118872"/>
          </a:xfrm>
          <a:prstGeom prst="ellipse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142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Trauma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9943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intersection of faith, harm, and healing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98264" y="39776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251960"/>
            <a:ext cx="118872" cy="118872"/>
          </a:xfrm>
          <a:prstGeom prst="ellipse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35424" y="4142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Education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35424" y="459943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Demystifying what therapy actually looks like and how it works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93608" y="39776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13064" y="4251960"/>
            <a:ext cx="118872" cy="118872"/>
          </a:xfrm>
          <a:prstGeom prst="ellipse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30768" y="41422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Resources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30768" y="459943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serving therapists in training, consultation, and practice-building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2F3B40"/>
          </a:solidFill>
          <a:ln w="12700">
            <a:solidFill>
              <a:srgbClr val="2F3B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Watching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64208"/>
            <a:ext cx="3611880" cy="4892040"/>
          </a:xfrm>
          <a:prstGeom prst="rect">
            <a:avLst/>
          </a:prstGeom>
          <a:solidFill>
            <a:srgbClr val="E8EFE5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3591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04088" y="3273552"/>
            <a:ext cx="685800" cy="22860"/>
          </a:xfrm>
          <a:prstGeom prst="rect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3401568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survivors seeking understanding + licensed therapists seeking clinical content and training resources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1664208"/>
            <a:ext cx="3611880" cy="4892040"/>
          </a:xfrm>
          <a:prstGeom prst="rect">
            <a:avLst/>
          </a:prstGeom>
          <a:solidFill>
            <a:srgbClr val="E8EFE5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LEVEL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3591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599432" y="3273552"/>
            <a:ext cx="685800" cy="22860"/>
          </a:xfrm>
          <a:prstGeom prst="rect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9432" y="3401568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are actively in therapy or clinical practice — not casual scrollers. Purchasing intent for therapy tools is strong.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93608" y="1664208"/>
            <a:ext cx="3611880" cy="4892040"/>
          </a:xfrm>
          <a:prstGeom prst="rect">
            <a:avLst/>
          </a:prstGeom>
          <a:solidFill>
            <a:srgbClr val="E8EFE5"/>
          </a:solidFill>
          <a:ln w="9525">
            <a:solidFill>
              <a:srgbClr val="D6E2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94776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REACH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494776" y="23591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60K+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8494776" y="3273552"/>
            <a:ext cx="685800" cy="22860"/>
          </a:xfrm>
          <a:prstGeom prst="rect">
            <a:avLst/>
          </a:prstGeom>
          <a:solidFill>
            <a:srgbClr val="B5C8AD"/>
          </a:solidFill>
          <a:ln w="12700">
            <a:solidFill>
              <a:srgbClr val="B5C8A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94776" y="3401568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TikTok videos reach 60K–120K+ views — far exceeding follower count. Viral lift is built into the content format.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92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8638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&amp;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347472"/>
          </a:xfrm>
          <a:prstGeom prst="rect">
            <a:avLst/>
          </a:prstGeom>
          <a:solidFill>
            <a:srgbClr val="2F3B40"/>
          </a:solidFill>
          <a:ln w="12700">
            <a:solidFill>
              <a:srgbClr val="2F3B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11155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8424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Sponsored Video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00253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60–90 sec. authentic integration — story-driven, not scripted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19751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11155680" cy="585216"/>
          </a:xfrm>
          <a:prstGeom prst="rect">
            <a:avLst/>
          </a:prstGeom>
          <a:solidFill>
            <a:srgbClr val="F2F7F1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5877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606040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sec. Reel with caption, tags, and Story share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0" y="2578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099816"/>
            <a:ext cx="11155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9125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Carousel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209544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slide post — ideal for therapy tools, books, or resources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0" y="31821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11155680" cy="585216"/>
          </a:xfrm>
          <a:prstGeom prst="rect">
            <a:avLst/>
          </a:prstGeom>
          <a:solidFill>
            <a:srgbClr val="F2F7F1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947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Story Set (3 slides)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381304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3-slide sequence with link sticker — high click-through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785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306824"/>
            <a:ext cx="11155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39826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441655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post with organic engagement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4389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4910328"/>
            <a:ext cx="11155680" cy="585216"/>
          </a:xfrm>
          <a:prstGeom prst="rect">
            <a:avLst/>
          </a:prstGeom>
          <a:solidFill>
            <a:srgbClr val="E8EFE5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00176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— TikTok + IG Reel + Stories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977640" y="5020056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cross-platform campaign on one topic — best value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0" y="49926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2920" y="5513832"/>
            <a:ext cx="11155680" cy="585216"/>
          </a:xfrm>
          <a:prstGeom prst="rect">
            <a:avLst/>
          </a:prstGeom>
          <a:solidFill>
            <a:srgbClr val="E8EFE5"/>
          </a:solidFill>
          <a:ln w="6350">
            <a:solidFill>
              <a:srgbClr val="D6E2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6052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Partnership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5623560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TikToks + 4 IG posts + weekly Stories — ongoing ambassador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0" y="55961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$800/mo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276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packages available. All content is authentic and story-driven. Rates include 1 round of revisions. Affiliate arrangements considered case by case.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822960"/>
            <a:ext cx="5303520" cy="5303520"/>
          </a:xfrm>
          <a:prstGeom prst="ellipse">
            <a:avLst/>
          </a:prstGeom>
          <a:solidFill>
            <a:srgbClr val="B5C8AD">
              <a:alpha val="12000"/>
            </a:srgbClr>
          </a:solidFill>
          <a:ln w="12700">
            <a:solidFill>
              <a:srgbClr val="B5C8A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389120"/>
            <a:ext cx="3474720" cy="3474720"/>
          </a:xfrm>
          <a:prstGeom prst="ellipse">
            <a:avLst/>
          </a:prstGeom>
          <a:solidFill>
            <a:srgbClr val="B5C8AD">
              <a:alpha val="8000"/>
            </a:srgbClr>
          </a:solidFill>
          <a:ln w="12700">
            <a:solidFill>
              <a:srgbClr val="B5C8AD">
                <a:alpha val="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WORK TOGETHER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Stephanie Brashear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EMDR Therapist  ·  EMDRIA Approved Consultant  ·  Root &amp; Grow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TikTok: @steph.goes.with.that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690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@steph.goes.with.that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262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linktr.ee/rootandgrowEMDR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9834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rootandgrowprovidence.com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2026-09-05T20:56:35Z</dcterms:created>
  <dcterms:modified xsi:type="dcterms:W3CDTF">2026-09-05T20:56:35Z</dcterms:modified>
</cp:coreProperties>
</file>