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Update year in the eyebrow. This positions Steph as a professional creator, not just a social personality.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Strategic positioning slide. Customize the company names (SimplePractice, TherapyNotes, etc.) to match whoever you're pitching.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these numbers quarterly. TikTok "390K+" = total likes — use it to demonstrate cumulative reach beyond follower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Credentials slide. The "EMDRIA Approved Consultant" designation is important — it signals she can supervise other therapists, which raises her authority significantly.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Niche slide. "Religious Trauma" is worth calling out verbally — it's a highly searched topic with very few credentialed creator voices. Big opportunity for differentiation.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rates as the audience grows. Bundle and Monthly rows are highlighted — push these first in conversations with software companies who want sustained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Update: replace "[add email address]" with Steph's business contact email before sending to any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303520" cy="5303520"/>
          </a:xfrm>
          <a:prstGeom prst="ellipse">
            <a:avLst/>
          </a:prstGeom>
          <a:solidFill>
            <a:srgbClr val="7C5C8C">
              <a:alpha val="18000"/>
            </a:srgbClr>
          </a:solidFill>
          <a:ln w="12700">
            <a:solidFill>
              <a:srgbClr val="7C5C8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200400"/>
            <a:ext cx="2926080" cy="2926080"/>
          </a:xfrm>
          <a:prstGeom prst="ellipse">
            <a:avLst/>
          </a:prstGeom>
          <a:solidFill>
            <a:srgbClr val="B8A0C8">
              <a:alpha val="12000"/>
            </a:srgbClr>
          </a:solidFill>
          <a:ln w="12700">
            <a:solidFill>
              <a:srgbClr val="B8A0C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20640"/>
            <a:ext cx="2743200" cy="2743200"/>
          </a:xfrm>
          <a:prstGeom prst="ellipse">
            <a:avLst/>
          </a:prstGeom>
          <a:solidFill>
            <a:srgbClr val="7C5C8C">
              <a:alpha val="10000"/>
            </a:srgbClr>
          </a:solidFill>
          <a:ln w="12700">
            <a:solidFill>
              <a:srgbClr val="7C5C8C">
                <a:alpha val="1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097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MEDIA KIT  · 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481328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 Brashear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@steph.goes.with.that  ·  TikTok  ·  Instagram  ·  Facebook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9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EMDR Therapist &amp; EMDRIA Approved Consultant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A09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the therapists and clients that practice management platforms want to reach.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4800600"/>
            <a:ext cx="940003" cy="329184"/>
          </a:xfrm>
          <a:prstGeom prst="rect">
            <a:avLst/>
          </a:prstGeom>
          <a:solidFill>
            <a:srgbClr val="1E1B2E"/>
          </a:solidFill>
          <a:ln w="9525">
            <a:solidFill>
              <a:srgbClr val="B8A0C8">
                <a:alpha val="5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800600"/>
            <a:ext cx="9400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90395" y="4800600"/>
            <a:ext cx="1181405" cy="329184"/>
          </a:xfrm>
          <a:prstGeom prst="rect">
            <a:avLst/>
          </a:prstGeom>
          <a:solidFill>
            <a:srgbClr val="1E1B2E"/>
          </a:solidFill>
          <a:ln w="9525">
            <a:solidFill>
              <a:srgbClr val="B8A0C8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90395" y="4800600"/>
            <a:ext cx="118140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36392" y="4800600"/>
            <a:ext cx="1100938" cy="329184"/>
          </a:xfrm>
          <a:prstGeom prst="rect">
            <a:avLst/>
          </a:prstGeom>
          <a:solidFill>
            <a:srgbClr val="1E1B2E"/>
          </a:solidFill>
          <a:ln w="9525">
            <a:solidFill>
              <a:srgbClr val="B8A0C8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36392" y="4800600"/>
            <a:ext cx="11009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Partnership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5029200" cy="475488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audience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your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572000"/>
            <a:ext cx="4663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 speaks daily to licensed therapists, EMDR practitioners, and therapy clients — the exact people who subscribe to SimplePractice, TherapyNotes, Jane App, and TheraNest.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she recommends a practice tool, her audience listens. They already trust her to help them understand therapy. A brand endorsement from Steph reaches buyers who are primed to act.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719072"/>
            <a:ext cx="5806440" cy="1481328"/>
          </a:xfrm>
          <a:prstGeom prst="rect">
            <a:avLst/>
          </a:prstGeom>
          <a:solidFill>
            <a:srgbClr val="EDE8F4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9019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Audience Reach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reaches both therapists evaluating software AND clients who influence their therapist's buying decisions.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3319272"/>
            <a:ext cx="5806440" cy="1481328"/>
          </a:xfrm>
          <a:prstGeom prst="rect">
            <a:avLst/>
          </a:prstGeom>
          <a:solidFill>
            <a:srgbClr val="EDE8F4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5021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Credibility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886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EMDRIA Approved Consultant, her product recommendations carry professional weight — not just influencer noise.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4919472"/>
            <a:ext cx="5806440" cy="1481328"/>
          </a:xfrm>
          <a:prstGeom prst="rect">
            <a:avLst/>
          </a:prstGeom>
          <a:solidFill>
            <a:srgbClr val="EDE8F4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5120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51023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Organic Reach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54864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videos regularly hit 60K–120K+ views with only 2.5K followers. Sponsored content rides the same algorithm.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REACH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3611880" cy="4919472"/>
          </a:xfrm>
          <a:prstGeom prst="rect">
            <a:avLst/>
          </a:prstGeom>
          <a:solidFill>
            <a:srgbClr val="F6F4F9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3611880" cy="109728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5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4086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390K+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3832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91640" y="3822192"/>
            <a:ext cx="1234440" cy="2286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950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2,529 followers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793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reach 60K–120K+ per video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98264" y="1627632"/>
            <a:ext cx="3611880" cy="4919472"/>
          </a:xfrm>
          <a:prstGeom prst="rect">
            <a:avLst/>
          </a:prstGeom>
          <a:solidFill>
            <a:srgbClr val="F6F4F9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1627632"/>
            <a:ext cx="3611880" cy="109728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98264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5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398264" y="234086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8,836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4398264" y="33832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86984" y="3822192"/>
            <a:ext cx="1234440" cy="2286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9704" y="3950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 posts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42793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clinician community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93608" y="1627632"/>
            <a:ext cx="3611880" cy="4919472"/>
          </a:xfrm>
          <a:prstGeom prst="rect">
            <a:avLst/>
          </a:prstGeom>
          <a:solidFill>
            <a:srgbClr val="F6F4F9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3608" y="1627632"/>
            <a:ext cx="3611880" cy="109728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3608" y="1993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50" kern="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234086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</a:t>
            </a:r>
            <a:endParaRPr lang="en-US" sz="54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33832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482328" y="3822192"/>
            <a:ext cx="1234440" cy="2286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85048" y="3950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audience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476488" y="427939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IG presence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94960" cy="22860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&amp; CREDENTIALS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Brashear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077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@steph.goes.with.that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64992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9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popular mental health creator and EMDR consultant known for sharing relatable insights on therapy and emotional healing."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834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Google AI Overview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68580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Licensed EMDR Therapist &amp; EMDRIA Approved Consultant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536192"/>
            <a:ext cx="5806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Stephanie Brashear is a licensed EMDR Therapist and EMDRIA Approved Consultant — one of a smaller number of clinicians certified to train and supervise other therapists in EMDR, the evidence-based trauma treatment now recognized by the WHO and APA.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specializes in CPTSD, religious trauma, and IFS — and has built an audience of clinicians and clients who trust her to explain complex therapeutic concepts clearly.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content reaches licensed therapists making active decisions about practice tools, software, and continuing education — as well as their clients, who often influence those choices.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4937760"/>
            <a:ext cx="2532888" cy="329184"/>
          </a:xfrm>
          <a:prstGeom prst="rect">
            <a:avLst/>
          </a:prstGeom>
          <a:solidFill>
            <a:srgbClr val="EDE8F4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4937760"/>
            <a:ext cx="2532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EMDRIA Approved Consultant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13064" y="4937760"/>
            <a:ext cx="2793492" cy="329184"/>
          </a:xfrm>
          <a:prstGeom prst="rect">
            <a:avLst/>
          </a:prstGeom>
          <a:solidFill>
            <a:srgbClr val="EDE8F4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13064" y="4937760"/>
            <a:ext cx="27934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in RI · SC · ID · OH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5394960"/>
            <a:ext cx="1664208" cy="329184"/>
          </a:xfrm>
          <a:prstGeom prst="rect">
            <a:avLst/>
          </a:prstGeom>
          <a:solidFill>
            <a:srgbClr val="EDE8F4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539496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CPTSD Specialist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44384" y="5394960"/>
            <a:ext cx="1664208" cy="329184"/>
          </a:xfrm>
          <a:prstGeom prst="rect">
            <a:avLst/>
          </a:prstGeom>
          <a:solidFill>
            <a:srgbClr val="EDE8F4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44384" y="539496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Trauma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36608" y="5394960"/>
            <a:ext cx="1664208" cy="329184"/>
          </a:xfrm>
          <a:prstGeom prst="rect">
            <a:avLst/>
          </a:prstGeom>
          <a:solidFill>
            <a:srgbClr val="EDE8F4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36608" y="539496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Practitioner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FOCUS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86968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Her Audience Comes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3611880" cy="9144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2029968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EMDR Therapy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487168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Movement Desensitization &amp; Reprocessing — Steph breaks down the science and lived experience for clients AND clinicians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8264" y="182880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98264" y="1828800"/>
            <a:ext cx="3611880" cy="9144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2856" y="2029968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— Internal Family Systems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487168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work, self-leadership, and blending explained in a way therapy clients and trainees actually understand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93608" y="1828800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93608" y="1828800"/>
            <a:ext cx="3611880" cy="9144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2029968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CPTSD &amp; Complex Trauma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487168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patterns, and healing pathways — content that resonates with both survivors and their therapists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41648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041648"/>
            <a:ext cx="3611880" cy="9144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" y="4242816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Trauma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" y="4700016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niche with massive engagement and almost no other credentialed clinician creators addressing it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98264" y="4041648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98264" y="4041648"/>
            <a:ext cx="3611880" cy="9144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62856" y="4242816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Education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62856" y="4700016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serving therapists in training, EMDR consultation, and private practice-building decisions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93608" y="4041648"/>
            <a:ext cx="36118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3608" y="4041648"/>
            <a:ext cx="3611880" cy="91440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58200" y="4242816"/>
            <a:ext cx="3282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Demystified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4700016"/>
            <a:ext cx="3282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therapy actually looks like, how to find the right therapist, and what to expect — for the general public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OPPORTUNITIES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Rates &amp; Deliverables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36576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911096"/>
            <a:ext cx="111556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00253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Sponsored Video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020824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60–90 sec. authentic integration — story-driven, not scripted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0" y="19933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514600"/>
            <a:ext cx="11155680" cy="585216"/>
          </a:xfrm>
          <a:prstGeom prst="rect">
            <a:avLst/>
          </a:prstGeom>
          <a:solidFill>
            <a:srgbClr val="F0EBF8"/>
          </a:solidFill>
          <a:ln w="6350">
            <a:solidFill>
              <a:srgbClr val="DDD5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60604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262432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sec. Reel with caption, relevant tags, and Story share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0" y="25968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118104"/>
            <a:ext cx="111556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5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20954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Carousel Post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322783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slide post — ideal for therapy tools, apps, or books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32004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3721608"/>
            <a:ext cx="11155680" cy="585216"/>
          </a:xfrm>
          <a:prstGeom prst="rect">
            <a:avLst/>
          </a:prstGeom>
          <a:solidFill>
            <a:srgbClr val="F0EBF8"/>
          </a:solidFill>
          <a:ln w="6350">
            <a:solidFill>
              <a:srgbClr val="DDD5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81304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Story Set (3 slides)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3831336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3-slide swipe sequence with link sticker — strong click-through rate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38039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4325112"/>
            <a:ext cx="111556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5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41655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Post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77640" y="4434840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post with organic engagement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44074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" y="4928616"/>
            <a:ext cx="11155680" cy="585216"/>
          </a:xfrm>
          <a:prstGeom prst="rect">
            <a:avLst/>
          </a:prstGeom>
          <a:solidFill>
            <a:srgbClr val="EDE8F4"/>
          </a:solidFill>
          <a:ln w="6350">
            <a:solidFill>
              <a:srgbClr val="DDD5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02005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— TikTok + IG Reel + Stories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977640" y="5038344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cross-platform launch — best value for software or product rollouts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0" y="50109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02920" y="5532120"/>
            <a:ext cx="11155680" cy="585216"/>
          </a:xfrm>
          <a:prstGeom prst="rect">
            <a:avLst/>
          </a:prstGeom>
          <a:solidFill>
            <a:srgbClr val="EDE8F4"/>
          </a:solidFill>
          <a:ln w="6350">
            <a:solidFill>
              <a:srgbClr val="DDD5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62356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Partnership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977640" y="564184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TikToks + 4 IG posts + weekly Stories — ongoing ambassador relationship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0" y="56144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$800/mo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3367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packages available. All content is authentic and story-driven — no scripted reads. Rates include 1 revision round. Affiliate arrangements considered case by case.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5669280" cy="5669280"/>
          </a:xfrm>
          <a:prstGeom prst="ellipse">
            <a:avLst/>
          </a:prstGeom>
          <a:solidFill>
            <a:srgbClr val="7C5C8C">
              <a:alpha val="15000"/>
            </a:srgbClr>
          </a:solidFill>
          <a:ln w="12700">
            <a:solidFill>
              <a:srgbClr val="7C5C8C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B8A0C8">
              <a:alpha val="10000"/>
            </a:srgbClr>
          </a:solidFill>
          <a:ln w="12700">
            <a:solidFill>
              <a:srgbClr val="B8A0C8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PARTNER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0E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Stephanie Brashear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249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EMDR Therapist  ·  EMDRIA Approved Consultant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645920" cy="36576"/>
          </a:xfrm>
          <a:prstGeom prst="rect">
            <a:avLst/>
          </a:prstGeom>
          <a:solidFill>
            <a:srgbClr val="7C5C8C"/>
          </a:solidFill>
          <a:ln w="12700">
            <a:solidFill>
              <a:srgbClr val="7C5C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429000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TikTok: @steph.goes.with.that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0448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@steph.goes.with.that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379976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Facebook: Steph Goes With That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55464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[add email address]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2026-09-05T21:07:14Z</dcterms:created>
  <dcterms:modified xsi:type="dcterms:W3CDTF">2026-09-05T21:07:14Z</dcterms:modified>
</cp:coreProperties>
</file>