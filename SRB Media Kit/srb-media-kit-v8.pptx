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Update "2026" each year. The tagline is written for practice management software companies — customize per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Customize the company names (SimplePractice, TherapyNotes, etc.) to match whoever you're pitching. This is the most important slide for B2B software companies.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v4 update: Instagram now leads with 4.1M monthly views (August 2026 actual). TikTok sub2 updated to reflect 3M+ individual video reach. Update quarterly.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EMDRIA Approved Consultant is an important credential — it means she can supervise other therapists in EMDR, which significantly raises her authority with clinician audiences.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v4: Real analytics screenshots embedded. Left = TikTok grid (viral all-time content). Middle = Instagram top reels by views (30 days). Right = Instagram top by saves (30 days — saves signal clinician utility).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"Religious Trauma" is worth calling out — highly searched topic with almost no other credentialed creator voices. Strong differentiator in pitch conversations.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NOTES:
- These are published (full) rates. Internal negotiation floor: TikTok $450, Reel $350, Carousel $250, Stories $175, FB $100, Core Bundle $900, Full Bundle $1,100.
- For a first partnership, offer the negotiation-floor rate in exchange for permission to publish results as a case study.
- Monthly packages start with 3-month commitments. Exclusivity is always an add-on, never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Contact: Steph.Goes.With.That@RootandGrowProvidence.com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4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303520" cy="5303520"/>
          </a:xfrm>
          <a:prstGeom prst="ellipse">
            <a:avLst/>
          </a:prstGeom>
          <a:solidFill>
            <a:srgbClr val="1A6B3F">
              <a:alpha val="18000"/>
            </a:srgbClr>
          </a:solidFill>
          <a:ln w="12700">
            <a:solidFill>
              <a:srgbClr val="1A6B3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200400"/>
            <a:ext cx="2926080" cy="2926080"/>
          </a:xfrm>
          <a:prstGeom prst="ellipse">
            <a:avLst/>
          </a:prstGeom>
          <a:solidFill>
            <a:srgbClr val="6AAF86">
              <a:alpha val="12000"/>
            </a:srgbClr>
          </a:solidFill>
          <a:ln w="12700">
            <a:solidFill>
              <a:srgbClr val="6AAF8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20640"/>
            <a:ext cx="2743200" cy="2743200"/>
          </a:xfrm>
          <a:prstGeom prst="ellipse">
            <a:avLst/>
          </a:prstGeom>
          <a:solidFill>
            <a:srgbClr val="1A6B3F">
              <a:alpha val="10000"/>
            </a:srgbClr>
          </a:solidFill>
          <a:ln w="12700">
            <a:solidFill>
              <a:srgbClr val="1A6B3F">
                <a:alpha val="1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097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MEDIA KIT  ·  2026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481328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B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Steph Brashear</a:t>
            </a:r>
            <a:endParaRPr lang="en-US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34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@steph.goes.with.that  ·  TikTok  ·  Instagram  ·  Facebook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375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A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EMDR Therapist &amp; EMDRIA Approved Consultant —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8AA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talking to the therapists who buy your software and the clients who influence them.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75320" y="1463040"/>
            <a:ext cx="2834640" cy="2834640"/>
          </a:xfrm>
          <a:prstGeom prst="ellipse">
            <a:avLst/>
          </a:prstGeom>
          <a:solidFill>
            <a:srgbClr val="1A6B3F">
              <a:alpha val="45000"/>
            </a:srgbClr>
          </a:solidFill>
          <a:ln w="19050">
            <a:solidFill>
              <a:srgbClr val="1A6B3F">
                <a:alpha val="70000"/>
              </a:srgbClr>
            </a:solidFill>
            <a:prstDash val="solid"/>
          </a:ln>
        </p:spPr>
      </p:sp>
      <p:pic>
        <p:nvPicPr>
          <p:cNvPr id="10" name="Image 0" descr="C:\Users\richa\Documents\Claude Projects\SRB Media Kit\assets\steph-profi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00200"/>
            <a:ext cx="2560320" cy="256032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" y="4800600"/>
            <a:ext cx="940003" cy="329184"/>
          </a:xfrm>
          <a:prstGeom prst="rect">
            <a:avLst/>
          </a:prstGeom>
          <a:solidFill>
            <a:srgbClr val="054126"/>
          </a:solidFill>
          <a:ln w="9525">
            <a:solidFill>
              <a:srgbClr val="6AAF86">
                <a:alpha val="55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4800600"/>
            <a:ext cx="9400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790395" y="4800600"/>
            <a:ext cx="1181405" cy="329184"/>
          </a:xfrm>
          <a:prstGeom prst="rect">
            <a:avLst/>
          </a:prstGeom>
          <a:solidFill>
            <a:srgbClr val="054126"/>
          </a:solidFill>
          <a:ln w="9525">
            <a:solidFill>
              <a:srgbClr val="6AAF86">
                <a:alpha val="55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90395" y="4800600"/>
            <a:ext cx="118140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36392" y="4800600"/>
            <a:ext cx="1100938" cy="329184"/>
          </a:xfrm>
          <a:prstGeom prst="rect">
            <a:avLst/>
          </a:prstGeom>
          <a:solidFill>
            <a:srgbClr val="054126"/>
          </a:solidFill>
          <a:ln w="9525">
            <a:solidFill>
              <a:srgbClr val="6AAF86">
                <a:alpha val="5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36392" y="4800600"/>
            <a:ext cx="110093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4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Partnership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029200" cy="4754880"/>
          </a:xfrm>
          <a:prstGeom prst="rect">
            <a:avLst/>
          </a:prstGeom>
          <a:solidFill>
            <a:srgbClr val="054126"/>
          </a:solidFill>
          <a:ln w="12700">
            <a:solidFill>
              <a:srgbClr val="0541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488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audience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EB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your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EB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5262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her audience are therapists shopping for better tools. The other half are clients who just sent her video to their own therapist. Both groups trust her. Both buy things.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she recommends something, it doesn't feel like an ad. It feels like advice from someone who actually does this work — because she does.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719072"/>
            <a:ext cx="5806440" cy="1481328"/>
          </a:xfrm>
          <a:prstGeom prst="rect">
            <a:avLst/>
          </a:prstGeom>
          <a:solidFill>
            <a:srgbClr val="EBF5EF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9019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4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Audience Reach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reaches both therapists evaluating software AND clients who influence their therapist's buying decisions.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52160" y="3319272"/>
            <a:ext cx="5806440" cy="1481328"/>
          </a:xfrm>
          <a:prstGeom prst="rect">
            <a:avLst/>
          </a:prstGeom>
          <a:solidFill>
            <a:srgbClr val="EBF5EF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5021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4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Credibility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886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EMDRIA Approved Consultant, her product recommendations carry professional weight — not just influencer noise.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4919472"/>
            <a:ext cx="5806440" cy="1481328"/>
          </a:xfrm>
          <a:prstGeom prst="rect">
            <a:avLst/>
          </a:prstGeom>
          <a:solidFill>
            <a:srgbClr val="EBF5EF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5120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51023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4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Organic Reach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54864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hit 4.1M views in August alone — 97.9% from non-followers. Sponsored content rides the same algorithm.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054126"/>
          </a:solidFill>
          <a:ln w="12700">
            <a:solidFill>
              <a:srgbClr val="0541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REACH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3611880" cy="4919472"/>
          </a:xfrm>
          <a:prstGeom prst="rect">
            <a:avLst/>
          </a:prstGeom>
          <a:solidFill>
            <a:srgbClr val="F2FAF6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27632"/>
            <a:ext cx="3611880" cy="109728"/>
          </a:xfrm>
          <a:prstGeom prst="rect">
            <a:avLst/>
          </a:prstGeom>
          <a:solidFill>
            <a:srgbClr val="1A6B3F"/>
          </a:solidFill>
          <a:ln w="12700">
            <a:solidFill>
              <a:srgbClr val="1A6B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993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50" kern="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40864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54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390.6K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3832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Likes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91640" y="3822192"/>
            <a:ext cx="1234440" cy="22860"/>
          </a:xfrm>
          <a:prstGeom prst="rect">
            <a:avLst/>
          </a:prstGeom>
          <a:solidFill>
            <a:srgbClr val="1A6B3F"/>
          </a:solidFill>
          <a:ln w="12700">
            <a:solidFill>
              <a:srgbClr val="1A6B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950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2,532 followers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793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videos reach 3M+ views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98264" y="1627632"/>
            <a:ext cx="3611880" cy="4919472"/>
          </a:xfrm>
          <a:prstGeom prst="rect">
            <a:avLst/>
          </a:prstGeom>
          <a:solidFill>
            <a:srgbClr val="F2FAF6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8264" y="1627632"/>
            <a:ext cx="3611880" cy="109728"/>
          </a:xfrm>
          <a:prstGeom prst="rect">
            <a:avLst/>
          </a:prstGeom>
          <a:solidFill>
            <a:srgbClr val="1A6B3F"/>
          </a:solidFill>
          <a:ln w="12700">
            <a:solidFill>
              <a:srgbClr val="1A6B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98264" y="1993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50" kern="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398264" y="2340864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54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4.1M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4398264" y="33832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Views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86984" y="3822192"/>
            <a:ext cx="1234440" cy="22860"/>
          </a:xfrm>
          <a:prstGeom prst="rect">
            <a:avLst/>
          </a:prstGeom>
          <a:solidFill>
            <a:srgbClr val="1A6B3F"/>
          </a:solidFill>
          <a:ln w="12700">
            <a:solidFill>
              <a:srgbClr val="1A6B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89704" y="3950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8,848 followers · 309 posts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81144" y="42793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 views from non-followers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93608" y="1627632"/>
            <a:ext cx="3611880" cy="4919472"/>
          </a:xfrm>
          <a:prstGeom prst="rect">
            <a:avLst/>
          </a:prstGeom>
          <a:solidFill>
            <a:srgbClr val="F2FAF6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93608" y="1627632"/>
            <a:ext cx="3611880" cy="109728"/>
          </a:xfrm>
          <a:prstGeom prst="rect">
            <a:avLst/>
          </a:prstGeom>
          <a:solidFill>
            <a:srgbClr val="1A6B3F"/>
          </a:solidFill>
          <a:ln w="12700">
            <a:solidFill>
              <a:srgbClr val="1A6B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93608" y="1993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50" kern="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293608" y="2340864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54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</a:t>
            </a:r>
            <a:endParaRPr lang="en-US" sz="54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33832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482328" y="3822192"/>
            <a:ext cx="1234440" cy="22860"/>
          </a:xfrm>
          <a:prstGeom prst="rect">
            <a:avLst/>
          </a:prstGeom>
          <a:solidFill>
            <a:srgbClr val="1A6B3F"/>
          </a:solidFill>
          <a:ln w="12700">
            <a:solidFill>
              <a:srgbClr val="1A6B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85048" y="3950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audience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476488" y="42793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IG presence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054126"/>
          </a:solidFill>
          <a:ln w="12700">
            <a:solidFill>
              <a:srgbClr val="0541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394960" cy="228600"/>
          </a:xfrm>
          <a:prstGeom prst="rect">
            <a:avLst/>
          </a:prstGeom>
          <a:solidFill>
            <a:srgbClr val="1A6B3F"/>
          </a:solidFill>
          <a:ln w="12700">
            <a:solidFill>
              <a:srgbClr val="1A6B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384048"/>
            <a:ext cx="2103120" cy="2103120"/>
          </a:xfrm>
          <a:prstGeom prst="ellipse">
            <a:avLst/>
          </a:prstGeom>
          <a:solidFill>
            <a:srgbClr val="1A6B3F">
              <a:alpha val="45000"/>
            </a:srgbClr>
          </a:solidFill>
          <a:ln w="19050">
            <a:solidFill>
              <a:srgbClr val="1A6B3F">
                <a:alpha val="75000"/>
              </a:srgbClr>
            </a:solidFill>
            <a:prstDash val="solid"/>
          </a:ln>
        </p:spPr>
      </p:sp>
      <p:pic>
        <p:nvPicPr>
          <p:cNvPr id="5" name="Image 0" descr="C:\Users\richa\Documents\Claude Projects\SRB Media Kit\assets\steph-profi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493776"/>
            <a:ext cx="1883664" cy="1883664"/>
          </a:xfrm>
          <a:prstGeom prst="ellipse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&amp; CREDENTIALS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0779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Steph Brashear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307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@steph.goes.with.that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33088"/>
            <a:ext cx="4297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A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popular mental health creator and EMDR consultant known for sharing relatable insights on therapy and emotional healing."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6875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Google AI Overview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68580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4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Licensed EMDR Therapist &amp; EMDRIA Approved Consultant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1536192"/>
            <a:ext cx="5806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Stephanie Brashear is a licensed EMDR therapist, EMDRIA Approved Consultant, and — based on the comment sections — everyone's parasocial therapist. She talks about trauma, EMDR, and the messier parts of healing the way someone talks when they've actually sat with it.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audience doesn't just watch. They screenshot, save, and DM her videos to their own therapist. That kind of trust doesn't come from a content calendar — it comes from credibility.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her followers are therapists making active decisions about practice tools. The other half are clients who influence those decisions. One channel, both sides of the sale.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52160" y="4937760"/>
            <a:ext cx="2532888" cy="329184"/>
          </a:xfrm>
          <a:prstGeom prst="rect">
            <a:avLst/>
          </a:prstGeom>
          <a:solidFill>
            <a:srgbClr val="EBF5EF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52160" y="4937760"/>
            <a:ext cx="2532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EMDRIA Approved Consultant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513064" y="4937760"/>
            <a:ext cx="2098548" cy="329184"/>
          </a:xfrm>
          <a:prstGeom prst="rect">
            <a:avLst/>
          </a:prstGeom>
          <a:solidFill>
            <a:srgbClr val="EBF5EF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13064" y="4937760"/>
            <a:ext cx="20985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RI · SC · OH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852160" y="5394960"/>
            <a:ext cx="1664208" cy="329184"/>
          </a:xfrm>
          <a:prstGeom prst="rect">
            <a:avLst/>
          </a:prstGeom>
          <a:solidFill>
            <a:srgbClr val="EBF5EF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852160" y="539496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CPTSD Specialist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644384" y="5394960"/>
            <a:ext cx="1664208" cy="329184"/>
          </a:xfrm>
          <a:prstGeom prst="rect">
            <a:avLst/>
          </a:prstGeom>
          <a:solidFill>
            <a:srgbClr val="EBF5EF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44384" y="539496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Trauma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436608" y="5394960"/>
            <a:ext cx="1664208" cy="329184"/>
          </a:xfrm>
          <a:prstGeom prst="rect">
            <a:avLst/>
          </a:prstGeom>
          <a:solidFill>
            <a:srgbClr val="EBF5EF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36608" y="539496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Practitioner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054126"/>
          </a:solidFill>
          <a:ln w="12700">
            <a:solidFill>
              <a:srgbClr val="0541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CONTENT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in Action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642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337560" cy="4023360"/>
          </a:xfrm>
          <a:prstGeom prst="rect">
            <a:avLst/>
          </a:prstGeom>
          <a:solidFill>
            <a:srgbClr val="054126"/>
          </a:solidFill>
          <a:ln w="12700">
            <a:solidFill>
              <a:srgbClr val="054126"/>
            </a:solidFill>
            <a:prstDash val="solid"/>
          </a:ln>
        </p:spPr>
      </p:sp>
      <p:pic>
        <p:nvPicPr>
          <p:cNvPr id="7" name="Image 0" descr="C:\Users\richa\Documents\Claude Projects\SRB Media Kit\assets\analytics-screenshots\img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1965960"/>
            <a:ext cx="2286000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5458968"/>
            <a:ext cx="3337560" cy="329184"/>
          </a:xfrm>
          <a:prstGeom prst="rect">
            <a:avLst/>
          </a:prstGeom>
          <a:solidFill>
            <a:srgbClr val="054126">
              <a:alpha val="85000"/>
            </a:srgbClr>
          </a:solidFill>
          <a:ln w="12700">
            <a:solidFill>
              <a:srgbClr val="054126">
                <a:alpha val="85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54589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reach 3M+ views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594360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content — viral reach across therapy &amp; EMDR topics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398264" y="16642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TOP REELS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35424" y="1874520"/>
            <a:ext cx="3337560" cy="4023360"/>
          </a:xfrm>
          <a:prstGeom prst="rect">
            <a:avLst/>
          </a:prstGeom>
          <a:solidFill>
            <a:srgbClr val="054126"/>
          </a:solidFill>
          <a:ln w="12700">
            <a:solidFill>
              <a:srgbClr val="054126"/>
            </a:solidFill>
            <a:prstDash val="solid"/>
          </a:ln>
        </p:spPr>
      </p:sp>
      <p:pic>
        <p:nvPicPr>
          <p:cNvPr id="13" name="Image 1" descr="C:\Users\richa\Documents\Claude Projects\SRB Media Kit\assets\analytics-screenshots\img-1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204" y="1965960"/>
            <a:ext cx="2286000" cy="3840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35424" y="5458968"/>
            <a:ext cx="3337560" cy="329184"/>
          </a:xfrm>
          <a:prstGeom prst="rect">
            <a:avLst/>
          </a:prstGeom>
          <a:solidFill>
            <a:srgbClr val="054126">
              <a:alpha val="85000"/>
            </a:srgbClr>
          </a:solidFill>
          <a:ln w="12700">
            <a:solidFill>
              <a:srgbClr val="054126">
                <a:alpha val="8500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35424" y="54589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802K top reel · 4.1M/month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398264" y="594360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days: 9 videos above 100K views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8293608" y="16642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SAVES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430768" y="1874520"/>
            <a:ext cx="3337560" cy="4023360"/>
          </a:xfrm>
          <a:prstGeom prst="rect">
            <a:avLst/>
          </a:prstGeom>
          <a:solidFill>
            <a:srgbClr val="054126"/>
          </a:solidFill>
          <a:ln w="12700">
            <a:solidFill>
              <a:srgbClr val="054126"/>
            </a:solidFill>
            <a:prstDash val="solid"/>
          </a:ln>
        </p:spPr>
      </p:sp>
      <p:pic>
        <p:nvPicPr>
          <p:cNvPr id="19" name="Image 2" descr="C:\Users\richa\Documents\Claude Projects\SRB Media Kit\assets\analytics-screenshots\img-1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548" y="1965960"/>
            <a:ext cx="2286000" cy="38404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430768" y="5458968"/>
            <a:ext cx="3337560" cy="329184"/>
          </a:xfrm>
          <a:prstGeom prst="rect">
            <a:avLst/>
          </a:prstGeom>
          <a:solidFill>
            <a:srgbClr val="054126">
              <a:alpha val="85000"/>
            </a:srgbClr>
          </a:solidFill>
          <a:ln w="12700">
            <a:solidFill>
              <a:srgbClr val="054126">
                <a:alpha val="8500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430768" y="54589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1.2K saves on top post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293608" y="594360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High-save content = clinicians bookmarking for practice use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FOCUS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86968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Her Audience Comes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3611880" cy="91440"/>
          </a:xfrm>
          <a:prstGeom prst="rect">
            <a:avLst/>
          </a:prstGeom>
          <a:solidFill>
            <a:srgbClr val="1A6B3F"/>
          </a:solidFill>
          <a:ln w="12700">
            <a:solidFill>
              <a:srgbClr val="1A6B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2029968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4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EMDR Therapy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487168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Movement Desensitization &amp; Reprocessing — science and lived experience for clients AND clinicians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98264" y="1828800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98264" y="1828800"/>
            <a:ext cx="3611880" cy="91440"/>
          </a:xfrm>
          <a:prstGeom prst="rect">
            <a:avLst/>
          </a:prstGeom>
          <a:solidFill>
            <a:srgbClr val="1A6B3F"/>
          </a:solidFill>
          <a:ln w="12700">
            <a:solidFill>
              <a:srgbClr val="1A6B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2856" y="2029968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4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— Internal Family Systems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2487168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work and self-leadership explained in a way therapy clients and trainees actually understand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93608" y="1828800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93608" y="1828800"/>
            <a:ext cx="3611880" cy="91440"/>
          </a:xfrm>
          <a:prstGeom prst="rect">
            <a:avLst/>
          </a:prstGeom>
          <a:solidFill>
            <a:srgbClr val="1A6B3F"/>
          </a:solidFill>
          <a:ln w="12700">
            <a:solidFill>
              <a:srgbClr val="1A6B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2029968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4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CPTSD &amp; Complex Trauma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487168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patterns, and healing pathways for survivors and the therapists supporting them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41648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041648"/>
            <a:ext cx="3611880" cy="91440"/>
          </a:xfrm>
          <a:prstGeom prst="rect">
            <a:avLst/>
          </a:prstGeom>
          <a:solidFill>
            <a:srgbClr val="1A6B3F"/>
          </a:solidFill>
          <a:ln w="12700">
            <a:solidFill>
              <a:srgbClr val="1A6B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" y="4242816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4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Trauma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" y="4700016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niche with massive engagement and very few other credentialed clinician voices addressing it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98264" y="4041648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98264" y="4041648"/>
            <a:ext cx="3611880" cy="91440"/>
          </a:xfrm>
          <a:prstGeom prst="rect">
            <a:avLst/>
          </a:prstGeom>
          <a:solidFill>
            <a:srgbClr val="1A6B3F"/>
          </a:solidFill>
          <a:ln w="12700">
            <a:solidFill>
              <a:srgbClr val="1A6B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62856" y="4242816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4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Education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62856" y="4700016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 therapists in training, EMDR consultation, and private practice-building decisions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93608" y="4041648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2DD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3608" y="4041648"/>
            <a:ext cx="3611880" cy="91440"/>
          </a:xfrm>
          <a:prstGeom prst="rect">
            <a:avLst/>
          </a:prstGeom>
          <a:solidFill>
            <a:srgbClr val="1A6B3F"/>
          </a:solidFill>
          <a:ln w="12700">
            <a:solidFill>
              <a:srgbClr val="1A6B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58200" y="4242816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4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Demystified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4700016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therapy actually looks like, how to find a therapist, and what to expect — for the general public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OPPORTUNITIES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Rates &amp; Deliverables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365760"/>
          </a:xfrm>
          <a:prstGeom prst="rect">
            <a:avLst/>
          </a:prstGeom>
          <a:solidFill>
            <a:srgbClr val="054126"/>
          </a:solidFill>
          <a:ln w="12700">
            <a:solidFill>
              <a:srgbClr val="0541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069080" y="1536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1536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911096"/>
            <a:ext cx="11155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2DD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9933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4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Sponsored Video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200253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60–90 sec., story-driven integration, 30-day usage rights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149840" y="19751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54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331720"/>
            <a:ext cx="11155680" cy="402336"/>
          </a:xfrm>
          <a:prstGeom prst="rect">
            <a:avLst/>
          </a:prstGeom>
          <a:solidFill>
            <a:srgbClr val="FAFAFA"/>
          </a:solidFill>
          <a:ln w="6350">
            <a:solidFill>
              <a:srgbClr val="C2DD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4140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4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242316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Reel, caption, tags, Story share, link in bio 14 days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0" y="2395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54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2752344"/>
            <a:ext cx="11155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2DD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8346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4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Carousel Post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284378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slide post — ideal for apps, tools, or book promos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0" y="28163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54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3172968"/>
            <a:ext cx="11155680" cy="402336"/>
          </a:xfrm>
          <a:prstGeom prst="rect">
            <a:avLst/>
          </a:prstGeom>
          <a:solidFill>
            <a:srgbClr val="FAFAFA"/>
          </a:solidFill>
          <a:ln w="6350">
            <a:solidFill>
              <a:srgbClr val="C2DD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25526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4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Set (3 frames)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32644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3-slide swipe with link sticker — strong click-through for SaaS tools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32369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54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3593592"/>
            <a:ext cx="11155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2DD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6758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4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Post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68503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post with link — cross-posted from IG where appropriate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54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$125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" y="4059936"/>
            <a:ext cx="11155680" cy="402336"/>
          </a:xfrm>
          <a:prstGeom prst="rect">
            <a:avLst/>
          </a:prstGeom>
          <a:solidFill>
            <a:srgbClr val="EBF5EF"/>
          </a:solidFill>
          <a:ln w="6350">
            <a:solidFill>
              <a:srgbClr val="C2DDD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1422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— TikTok + Reel + Stories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069080" y="415137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cross-platform launch — coordinated release across 3 channels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0" y="4123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6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$1,150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02920" y="4480560"/>
            <a:ext cx="11155680" cy="402336"/>
          </a:xfrm>
          <a:prstGeom prst="rect">
            <a:avLst/>
          </a:prstGeom>
          <a:solidFill>
            <a:srgbClr val="EBF5EF"/>
          </a:solidFill>
          <a:ln w="6350">
            <a:solidFill>
              <a:srgbClr val="C2DDD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45628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— Full Package (+ Carousel)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069080" y="45720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+ Reel + Carousel + Story Set — best value for product rollouts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0" y="4544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6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$1,400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505663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AMBASSADOR PROGRAMS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2920" y="5330952"/>
            <a:ext cx="11155680" cy="402336"/>
          </a:xfrm>
          <a:prstGeom prst="rect">
            <a:avLst/>
          </a:prstGeom>
          <a:solidFill>
            <a:srgbClr val="EEF2ED"/>
          </a:solidFill>
          <a:ln w="6350">
            <a:solidFill>
              <a:srgbClr val="C8D4C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54132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Ambassador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069080" y="542239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short-form videos + 2 Story sets + 1 carousel — 3-month minimum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144000" y="5394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$1,750–$2,250/mo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5751576"/>
            <a:ext cx="11155680" cy="402336"/>
          </a:xfrm>
          <a:prstGeom prst="rect">
            <a:avLst/>
          </a:prstGeom>
          <a:solidFill>
            <a:srgbClr val="EEF2ED"/>
          </a:solidFill>
          <a:ln w="6350">
            <a:solidFill>
              <a:srgbClr val="C8D4C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5800" y="58338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Ambassador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069080" y="584301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short-form videos + 4 Story sets + 2 carousels — 3-month minimum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144000" y="58155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$2,750–$3,500/mo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64648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 priced separately: paid ad rights +30–50% · whitelisting/Spark Ads +40–60%/mo · category exclusivity +20–40% · extra revision $100 · rush +25%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4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5669280" cy="5669280"/>
          </a:xfrm>
          <a:prstGeom prst="ellipse">
            <a:avLst/>
          </a:prstGeom>
          <a:solidFill>
            <a:srgbClr val="1A6B3F">
              <a:alpha val="15000"/>
            </a:srgbClr>
          </a:solidFill>
          <a:ln w="12700">
            <a:solidFill>
              <a:srgbClr val="1A6B3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6AAF86">
              <a:alpha val="10000"/>
            </a:srgbClr>
          </a:solidFill>
          <a:ln w="12700">
            <a:solidFill>
              <a:srgbClr val="6AAF86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PARTNER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B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Stephanie Brashear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249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EMDR Therapist  ·  EMDRIA Approved Consultant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645920" cy="36576"/>
          </a:xfrm>
          <a:prstGeom prst="rect">
            <a:avLst/>
          </a:prstGeom>
          <a:solidFill>
            <a:srgbClr val="1A6B3F"/>
          </a:solidFill>
          <a:ln w="12700">
            <a:solidFill>
              <a:srgbClr val="1A6B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429000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TikTok: @steph.goes.with.that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04488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@steph.goes.with.that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379976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Facebook: Steph Goes With That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55464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Steph.Goes.With.That@RootandGrowProvidence.com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2026-09-08T16:20:41Z</dcterms:created>
  <dcterms:modified xsi:type="dcterms:W3CDTF">2026-09-08T16:20:41Z</dcterms:modified>
</cp:coreProperties>
</file>