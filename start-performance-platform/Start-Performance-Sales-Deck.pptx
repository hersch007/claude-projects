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hook. "Where's Waldo" scattered-data metaphor. Knowledge Core leads the left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 points slide. 8 specific challenges organized in a 2-column grid. The contrast line at the bottom sets up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Core is the foundation powering all other modules. AI Chat is grounded in KB content. Intelligence references KB articles.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Core. Screenshot: SMTI quote builder.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Core. Screenshot: SMTI service request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Core detail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Intelligence. Real screenshot: SP analytics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Chat. Real screenshot: client chatbot. Each deployment is custom branded.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 slide. Lead with the numbers, back them with specific behaviors. Inspired by Skynaros "Value Delivered"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Pricing: starts at $249/month + one-time setup fee. All 6 cores included. Update the price and setup fee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CTA. Add your contact info, website, or calendar booking link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CC1F1F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" y="256032"/>
            <a:ext cx="309067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329184"/>
            <a:ext cx="2852928" cy="950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" y="146304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Operating System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8653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18653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9264" y="18653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16736" y="18653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64208" y="18653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0" y="18653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59152" y="18653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199339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Core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01168" y="2249424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spans all cores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01168" y="2505456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Core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01168" y="27614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&amp; contracts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01168" y="301752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Core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01168" y="32735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customer portal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01168" y="352958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Core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01168" y="3785616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 &amp; workflows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01168" y="404164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01168" y="4297680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&amp; daily digest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01168" y="455371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01168" y="4809744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bot, grounded in your data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584448" y="41148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Isn't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Unclear.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Just Scattered.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3584448" y="2816352"/>
            <a:ext cx="5257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 one tab. Spreadsheets in another. Reports living in someone's head. When your systems don't talk, "how's the business doing?" becomes a 20-minute Where's Waldo hunt.</a:t>
            </a:r>
            <a:endParaRPr lang="en-US" sz="1350" dirty="0"/>
          </a:p>
          <a:p>
            <a:pPr algn="l" indent="0" marL="0">
              <a:lnSpc>
                <a:spcPct val="138000"/>
              </a:lnSpc>
              <a:buNone/>
            </a:pPr>
            <a:endParaRPr lang="en-US" sz="135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Performance brings it all together — one dashboard, everything you need, nothing you don't.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1F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Familiar?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72038"/>
          </a:solidFill>
          <a:ln w="6350">
            <a:solidFill>
              <a:srgbClr val="2A3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15568"/>
            <a:ext cx="73152" cy="768096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emailed, never tracked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live on whiteboards or paper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28032" y="1115568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72038"/>
          </a:solidFill>
          <a:ln w="6350">
            <a:solidFill>
              <a:srgbClr val="2A3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115568"/>
            <a:ext cx="73152" cy="768096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6811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call for status updates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68112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answers the same question all 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011680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72038"/>
          </a:solidFill>
          <a:ln w="6350">
            <a:solidFill>
              <a:srgbClr val="2A3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011680"/>
            <a:ext cx="73152" cy="768096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139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7552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locked in people's heads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take weeks to get up to speed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28032" y="2011680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72038"/>
          </a:solidFill>
          <a:ln w="6350">
            <a:solidFill>
              <a:srgbClr val="2A3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2011680"/>
            <a:ext cx="73152" cy="768096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139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68112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takes hours to pull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68112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you see it, it's already old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2907792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72038"/>
          </a:solidFill>
          <a:ln w="6350">
            <a:solidFill>
              <a:srgbClr val="2A3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2907792"/>
            <a:ext cx="73152" cy="768096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035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87552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don't talk to each other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happens twice, mistakes happen once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28032" y="2907792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72038"/>
          </a:solidFill>
          <a:ln w="6350">
            <a:solidFill>
              <a:srgbClr val="2A3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2907792"/>
            <a:ext cx="73152" cy="768096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035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68112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until it's too late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68112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out about problems after they blow up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" y="3803904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72038"/>
          </a:solidFill>
          <a:ln w="6350">
            <a:solidFill>
              <a:srgbClr val="2A3E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3803904"/>
            <a:ext cx="73152" cy="768096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931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87552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work eats your day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87552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paperwork instead of growing the business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28032" y="3803904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72038"/>
          </a:solidFill>
          <a:ln w="6350">
            <a:solidFill>
              <a:srgbClr val="2A3E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28032" y="3803904"/>
            <a:ext cx="73152" cy="768096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931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🤷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468112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68112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Everyone's working from a different version of reality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7472" y="4681728"/>
            <a:ext cx="8449056" cy="347472"/>
          </a:xfrm>
          <a:prstGeom prst="roundRect">
            <a:avLst>
              <a:gd name="adj" fmla="val 21053"/>
            </a:avLst>
          </a:prstGeom>
          <a:solidFill>
            <a:srgbClr val="1A0808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tools store your data.  Start Performance connects it and puts it to work.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Everything Connected.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7680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Performance replaces the patchwork of tools with a single system your whole team actually uses.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3246120" cy="3547872"/>
          </a:xfrm>
          <a:prstGeom prst="roundRect">
            <a:avLst>
              <a:gd name="adj" fmla="val 5634"/>
            </a:avLst>
          </a:prstGeom>
          <a:solidFill>
            <a:srgbClr val="172038"/>
          </a:solidFill>
          <a:ln w="31750">
            <a:solidFill>
              <a:srgbClr val="1A8F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61872"/>
            <a:ext cx="3246120" cy="256032"/>
          </a:xfrm>
          <a:prstGeom prst="roundRect">
            <a:avLst>
              <a:gd name="adj" fmla="val 71429"/>
            </a:avLst>
          </a:prstGeom>
          <a:solidFill>
            <a:srgbClr val="1A8FBB"/>
          </a:solidFill>
          <a:ln w="12700">
            <a:solidFill>
              <a:srgbClr val="1A8F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426464"/>
            <a:ext cx="3246120" cy="91440"/>
          </a:xfrm>
          <a:prstGeom prst="rect">
            <a:avLst/>
          </a:prstGeom>
          <a:solidFill>
            <a:srgbClr val="1A8FBB"/>
          </a:solidFill>
          <a:ln w="12700">
            <a:solidFill>
              <a:srgbClr val="1A8F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2763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A8FBB"/>
          </a:solidFill>
          <a:ln w="12700">
            <a:solidFill>
              <a:srgbClr val="1A8F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ALL CORES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9339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38912" y="2706624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Core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29443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· SOPs · Training</a:t>
            </a:r>
            <a:endParaRPr lang="en-US" sz="13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· Resources</a:t>
            </a:r>
            <a:endParaRPr lang="en-US" sz="13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institutional memory</a:t>
            </a:r>
            <a:endParaRPr lang="en-US" sz="13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powers every module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22192" y="1261872"/>
            <a:ext cx="2423160" cy="1060704"/>
          </a:xfrm>
          <a:prstGeom prst="roundRect">
            <a:avLst>
              <a:gd name="adj" fmla="val 12069"/>
            </a:avLst>
          </a:prstGeom>
          <a:solidFill>
            <a:srgbClr val="172038"/>
          </a:solidFill>
          <a:ln w="19050">
            <a:solidFill>
              <a:srgbClr val="CC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1261872"/>
            <a:ext cx="2423160" cy="164592"/>
          </a:xfrm>
          <a:prstGeom prst="roundRect">
            <a:avLst>
              <a:gd name="adj" fmla="val 77778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22192" y="1353312"/>
            <a:ext cx="2423160" cy="73152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1444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22192" y="18105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95344" y="2066544"/>
            <a:ext cx="2276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· Estimates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· Contracts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1261872"/>
            <a:ext cx="2423160" cy="1060704"/>
          </a:xfrm>
          <a:prstGeom prst="roundRect">
            <a:avLst>
              <a:gd name="adj" fmla="val 12069"/>
            </a:avLst>
          </a:prstGeom>
          <a:solidFill>
            <a:srgbClr val="172038"/>
          </a:solidFill>
          <a:ln w="19050">
            <a:solidFill>
              <a:srgbClr val="E07B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261872"/>
            <a:ext cx="2423160" cy="164592"/>
          </a:xfrm>
          <a:prstGeom prst="roundRect">
            <a:avLst>
              <a:gd name="adj" fmla="val 77778"/>
            </a:avLst>
          </a:prstGeom>
          <a:solidFill>
            <a:srgbClr val="E07B1C"/>
          </a:solidFill>
          <a:ln w="12700">
            <a:solidFill>
              <a:srgbClr val="E07B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353312"/>
            <a:ext cx="2423160" cy="73152"/>
          </a:xfrm>
          <a:prstGeom prst="rect">
            <a:avLst/>
          </a:prstGeom>
          <a:solidFill>
            <a:srgbClr val="E07B1C"/>
          </a:solidFill>
          <a:ln w="12700">
            <a:solidFill>
              <a:srgbClr val="E07B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444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18105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73952" y="2066544"/>
            <a:ext cx="2276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tracking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22192" y="2432304"/>
            <a:ext cx="2423160" cy="1060704"/>
          </a:xfrm>
          <a:prstGeom prst="roundRect">
            <a:avLst>
              <a:gd name="adj" fmla="val 12069"/>
            </a:avLst>
          </a:prstGeom>
          <a:solidFill>
            <a:srgbClr val="172038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22192" y="2432304"/>
            <a:ext cx="2423160" cy="164592"/>
          </a:xfrm>
          <a:prstGeom prst="roundRect">
            <a:avLst>
              <a:gd name="adj" fmla="val 77778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22192" y="2523744"/>
            <a:ext cx="2423160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26151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822192" y="29809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95344" y="3236976"/>
            <a:ext cx="2276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&amp; digest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432304"/>
            <a:ext cx="2423160" cy="1060704"/>
          </a:xfrm>
          <a:prstGeom prst="roundRect">
            <a:avLst>
              <a:gd name="adj" fmla="val 12069"/>
            </a:avLst>
          </a:prstGeom>
          <a:solidFill>
            <a:srgbClr val="172038"/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2432304"/>
            <a:ext cx="2423160" cy="164592"/>
          </a:xfrm>
          <a:prstGeom prst="roundRect">
            <a:avLst>
              <a:gd name="adj" fmla="val 77778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523744"/>
            <a:ext cx="2423160" cy="7315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6151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400800" y="29809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73952" y="3236976"/>
            <a:ext cx="2276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chatbot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data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20640" y="3602736"/>
            <a:ext cx="2423160" cy="1060704"/>
          </a:xfrm>
          <a:prstGeom prst="roundRect">
            <a:avLst>
              <a:gd name="adj" fmla="val 12069"/>
            </a:avLst>
          </a:prstGeom>
          <a:solidFill>
            <a:srgbClr val="172038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0" y="3602736"/>
            <a:ext cx="2423160" cy="164592"/>
          </a:xfrm>
          <a:prstGeom prst="roundRect">
            <a:avLst>
              <a:gd name="adj" fmla="val 77778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3694176"/>
            <a:ext cx="242316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7856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20640" y="41513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Core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193792" y="4407408"/>
            <a:ext cx="2276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workflows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25603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56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More Deals With Less Paperwork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28016" cy="128016"/>
          </a:xfrm>
          <a:prstGeom prst="ellipse">
            <a:avLst/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3441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lead from first contact through close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128016" cy="128016"/>
          </a:xfrm>
          <a:prstGeom prst="ellipse">
            <a:avLst/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send estimates with a single click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128016" cy="128016"/>
          </a:xfrm>
          <a:prstGeom prst="ellipse">
            <a:avLst/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587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estimate → proposal → contract instantly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28016" cy="128016"/>
          </a:xfrm>
          <a:prstGeom prst="ellipse">
            <a:avLst/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2095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visibility — nothing falls through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04488"/>
            <a:ext cx="128016" cy="128016"/>
          </a:xfrm>
          <a:prstGeom prst="ellipse">
            <a:avLst/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8313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follow-up reminders for the team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56032"/>
            <a:ext cx="3977640" cy="290779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864608" y="228600"/>
            <a:ext cx="4023360" cy="2944368"/>
          </a:xfrm>
          <a:prstGeom prst="roundRect">
            <a:avLst>
              <a:gd name="adj" fmla="val 3727"/>
            </a:avLst>
          </a:prstGeom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3291840"/>
            <a:ext cx="4005072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25603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E07B1C"/>
          </a:solidFill>
          <a:ln w="12700">
            <a:solidFill>
              <a:srgbClr val="E07B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560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Your Jobs — Not Your Inbox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28016" cy="128016"/>
          </a:xfrm>
          <a:prstGeom prst="ellipse">
            <a:avLst/>
          </a:prstGeom>
          <a:solidFill>
            <a:srgbClr val="E07B1C"/>
          </a:solidFill>
          <a:ln w="12700">
            <a:solidFill>
              <a:srgbClr val="E07B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3441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with full status tracking end-to-end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128016" cy="128016"/>
          </a:xfrm>
          <a:prstGeom prst="ellipse">
            <a:avLst/>
          </a:prstGeom>
          <a:solidFill>
            <a:srgbClr val="E07B1C"/>
          </a:solidFill>
          <a:ln w="12700">
            <a:solidFill>
              <a:srgbClr val="E07B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→ In Progress → Waiting Parts → Done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128016" cy="128016"/>
          </a:xfrm>
          <a:prstGeom prst="ellipse">
            <a:avLst/>
          </a:prstGeom>
          <a:solidFill>
            <a:srgbClr val="E07B1C"/>
          </a:solidFill>
          <a:ln w="12700">
            <a:solidFill>
              <a:srgbClr val="E07B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587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portal: clients check status 24/7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28016" cy="128016"/>
          </a:xfrm>
          <a:prstGeom prst="ellipse">
            <a:avLst/>
          </a:prstGeom>
          <a:solidFill>
            <a:srgbClr val="E07B1C"/>
          </a:solidFill>
          <a:ln w="12700">
            <a:solidFill>
              <a:srgbClr val="E07B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2095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and export any job history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04488"/>
            <a:ext cx="128016" cy="128016"/>
          </a:xfrm>
          <a:prstGeom prst="ellipse">
            <a:avLst/>
          </a:prstGeom>
          <a:solidFill>
            <a:srgbClr val="E07B1C"/>
          </a:solidFill>
          <a:ln w="12700">
            <a:solidFill>
              <a:srgbClr val="E07B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8313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"where's my order?" calls completely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56032"/>
            <a:ext cx="3977640" cy="290779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864608" y="228600"/>
            <a:ext cx="4023360" cy="2944368"/>
          </a:xfrm>
          <a:prstGeom prst="roundRect">
            <a:avLst>
              <a:gd name="adj" fmla="val 3727"/>
            </a:avLst>
          </a:prstGeom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3291840"/>
            <a:ext cx="4005072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25603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A8FBB"/>
          </a:solidFill>
          <a:ln w="12700">
            <a:solidFill>
              <a:srgbClr val="1A8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560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Losing Knowledge When People Leave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28016" cy="128016"/>
          </a:xfrm>
          <a:prstGeom prst="ellipse">
            <a:avLst/>
          </a:prstGeom>
          <a:solidFill>
            <a:srgbClr val="1A8FBB"/>
          </a:solidFill>
          <a:ln w="12700">
            <a:solidFill>
              <a:srgbClr val="1A8F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3441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wiki: policies, SOPs, and how-to guides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128016" cy="128016"/>
          </a:xfrm>
          <a:prstGeom prst="ellipse">
            <a:avLst/>
          </a:prstGeom>
          <a:solidFill>
            <a:srgbClr val="1A8FBB"/>
          </a:solidFill>
          <a:ln w="12700">
            <a:solidFill>
              <a:srgbClr val="1A8F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articles with a built-in HTML editor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128016" cy="128016"/>
          </a:xfrm>
          <a:prstGeom prst="ellipse">
            <a:avLst/>
          </a:prstGeom>
          <a:solidFill>
            <a:srgbClr val="1A8FBB"/>
          </a:solidFill>
          <a:ln w="12700">
            <a:solidFill>
              <a:srgbClr val="1A8F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587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library with file tracking and view counts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28016" cy="128016"/>
          </a:xfrm>
          <a:prstGeom prst="ellipse">
            <a:avLst/>
          </a:prstGeom>
          <a:solidFill>
            <a:srgbClr val="1A8FBB"/>
          </a:solidFill>
          <a:ln w="12700">
            <a:solidFill>
              <a:srgbClr val="1A8F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2095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modules with quizzes for new hires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04488"/>
            <a:ext cx="128016" cy="128016"/>
          </a:xfrm>
          <a:prstGeom prst="ellipse">
            <a:avLst/>
          </a:prstGeom>
          <a:solidFill>
            <a:srgbClr val="1A8FBB"/>
          </a:solidFill>
          <a:ln w="12700">
            <a:solidFill>
              <a:srgbClr val="1A8F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8313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employees productive in days, not weeks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384048"/>
            <a:ext cx="4005072" cy="192024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487168"/>
            <a:ext cx="4005072" cy="11155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64608" y="3730752"/>
            <a:ext cx="400507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74336" y="3840480"/>
            <a:ext cx="37856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"Training used to take 3 weeks. Now new hires are handling calls in 4 days."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56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+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What's Happening Before You Have to Ask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371600"/>
            <a:ext cx="4114800" cy="34015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344168"/>
            <a:ext cx="4169664" cy="3438144"/>
          </a:xfrm>
          <a:prstGeom prst="roundRect">
            <a:avLst>
              <a:gd name="adj" fmla="val 3191"/>
            </a:avLst>
          </a:prstGeom>
          <a:ln w="12700">
            <a:solidFill>
              <a:srgbClr val="2E40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73168" y="1371600"/>
            <a:ext cx="4114800" cy="768096"/>
          </a:xfrm>
          <a:prstGeom prst="roundRect">
            <a:avLst>
              <a:gd name="adj" fmla="val 14286"/>
            </a:avLst>
          </a:prstGeom>
          <a:solidFill>
            <a:srgbClr val="172038"/>
          </a:solidFill>
          <a:ln w="6350">
            <a:solidFill>
              <a:srgbClr val="2430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4608" y="1499616"/>
            <a:ext cx="475488" cy="475488"/>
          </a:xfrm>
          <a:prstGeom prst="ellipse">
            <a:avLst/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64608" y="1499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📬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394960" y="14630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Digest Email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94960" y="1764792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morning: what needs your attention today — automatically.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73168" y="2286000"/>
            <a:ext cx="4114800" cy="768096"/>
          </a:xfrm>
          <a:prstGeom prst="roundRect">
            <a:avLst>
              <a:gd name="adj" fmla="val 14286"/>
            </a:avLst>
          </a:prstGeom>
          <a:solidFill>
            <a:srgbClr val="172038"/>
          </a:solidFill>
          <a:ln w="6350">
            <a:solidFill>
              <a:srgbClr val="2430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64608" y="2414016"/>
            <a:ext cx="475488" cy="47548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24140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94960" y="23774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Insights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94960" y="2679192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stale deals, overdue follow-ups, and gaps you're missing.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73168" y="3200400"/>
            <a:ext cx="4114800" cy="768096"/>
          </a:xfrm>
          <a:prstGeom prst="roundRect">
            <a:avLst>
              <a:gd name="adj" fmla="val 14286"/>
            </a:avLst>
          </a:prstGeom>
          <a:solidFill>
            <a:srgbClr val="172038"/>
          </a:solidFill>
          <a:ln w="6350">
            <a:solidFill>
              <a:srgbClr val="2430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64608" y="3328416"/>
            <a:ext cx="475488" cy="475488"/>
          </a:xfrm>
          <a:prstGeom prst="ellipse">
            <a:avLst/>
          </a:prstGeom>
          <a:solidFill>
            <a:srgbClr val="1A8FBB"/>
          </a:solidFill>
          <a:ln w="12700">
            <a:solidFill>
              <a:srgbClr val="1A8FB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64608" y="3328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394960" y="32918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Website Chat Bot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394960" y="3593592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chatbot grounded in your Knowledge Base. Handles support 24/7.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773168" y="4114800"/>
            <a:ext cx="4114800" cy="768096"/>
          </a:xfrm>
          <a:prstGeom prst="roundRect">
            <a:avLst>
              <a:gd name="adj" fmla="val 14286"/>
            </a:avLst>
          </a:prstGeom>
          <a:solidFill>
            <a:srgbClr val="172038"/>
          </a:solidFill>
          <a:ln w="6350">
            <a:solidFill>
              <a:srgbClr val="24306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64608" y="4242816"/>
            <a:ext cx="475488" cy="475488"/>
          </a:xfrm>
          <a:prstGeom prst="ellipse">
            <a:avLst/>
          </a:prstGeom>
          <a:solidFill>
            <a:srgbClr val="E07B1C"/>
          </a:solidFill>
          <a:ln w="12700">
            <a:solidFill>
              <a:srgbClr val="E07B1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4242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394960" y="42062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Activity Log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394960" y="4507992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every team member — searchable and exportable.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25603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560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Website Works for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Around the Clock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28016" cy="128016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8013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chatbot lives on your public website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128016" cy="128016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3682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own Knowledge Base content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08376"/>
            <a:ext cx="128016" cy="128016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93522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visitors: new customer, support, FAQ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75304"/>
            <a:ext cx="128016" cy="128016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5021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leads and routes service requests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142232"/>
            <a:ext cx="128016" cy="128016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40690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tone, guardrails, and content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92608"/>
            <a:ext cx="2880360" cy="385876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138928" y="265176"/>
            <a:ext cx="2926080" cy="3895344"/>
          </a:xfrm>
          <a:prstGeom prst="roundRect">
            <a:avLst>
              <a:gd name="adj" fmla="val 5625"/>
            </a:avLst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Shown: a client deployment — your bot carries your brand and content.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1F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Clients Experience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2029968" cy="1417320"/>
          </a:xfrm>
          <a:prstGeom prst="roundRect">
            <a:avLst>
              <a:gd name="adj" fmla="val 9032"/>
            </a:avLst>
          </a:prstGeom>
          <a:solidFill>
            <a:srgbClr val="172038"/>
          </a:solidFill>
          <a:ln w="19050">
            <a:solidFill>
              <a:srgbClr val="CC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78992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C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024128"/>
            <a:ext cx="2029968" cy="1417320"/>
          </a:xfrm>
          <a:prstGeom prst="roundRect">
            <a:avLst>
              <a:gd name="adj" fmla="val 9032"/>
            </a:avLst>
          </a:prstGeom>
          <a:solidFill>
            <a:srgbClr val="172038"/>
          </a:solidFill>
          <a:ln w="19050">
            <a:solidFill>
              <a:srgbClr val="CC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078992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C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587752" y="182880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customer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calls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5152" y="1024128"/>
            <a:ext cx="2029968" cy="1417320"/>
          </a:xfrm>
          <a:prstGeom prst="roundRect">
            <a:avLst>
              <a:gd name="adj" fmla="val 9032"/>
            </a:avLst>
          </a:prstGeom>
          <a:solidFill>
            <a:srgbClr val="172038"/>
          </a:solidFill>
          <a:ln w="19050">
            <a:solidFill>
              <a:srgbClr val="CC1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078992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C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36592" y="182880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employee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93992" y="1024128"/>
            <a:ext cx="2029968" cy="1417320"/>
          </a:xfrm>
          <a:prstGeom prst="roundRect">
            <a:avLst>
              <a:gd name="adj" fmla="val 9032"/>
            </a:avLst>
          </a:prstGeom>
          <a:solidFill>
            <a:srgbClr val="172038"/>
          </a:solidFill>
          <a:ln w="19050">
            <a:solidFill>
              <a:srgbClr val="CC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1078992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C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885432" y="182880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visibility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 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5237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Outcomes vary by business size and starting point.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8346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Quotes out the door same day — not next week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46320" y="28346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Customers stop calling for status updates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1480" y="340156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New hires are productive within days, not weeks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46320" y="340156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Every job, every lead, every interaction — in one place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11480" y="396849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flags overdue follow-ups before deals go cold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46320" y="396849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Leadership sees the whole business in real time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8046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Custom-configured for your business. Add cores as you grow.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1298448"/>
            <a:ext cx="6400800" cy="2331720"/>
          </a:xfrm>
          <a:prstGeom prst="roundRect">
            <a:avLst>
              <a:gd name="adj" fmla="val 8627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46304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Performance Platform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6217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low as $249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463040" y="26517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 +  one-time setup &amp; configuration fee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INCLUDED: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Sales 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Service 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53328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Knowledge 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4562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Operations 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562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53328" y="4562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Chat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2834640" y="256032"/>
            <a:ext cx="34747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2" y="329184"/>
            <a:ext cx="3328416" cy="1024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0934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Replace the Chaos?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are fully live in under a week.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department. No 6-month rollout.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719072" y="3145536"/>
            <a:ext cx="640080" cy="640080"/>
          </a:xfrm>
          <a:prstGeom prst="ellipse">
            <a:avLst/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19072" y="31455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8953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 demo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64992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1F1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25112" y="3145536"/>
            <a:ext cx="640080" cy="640080"/>
          </a:xfrm>
          <a:prstGeom prst="ellipse">
            <a:avLst/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25112" y="31455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520440" y="38953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configure the platform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71032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1F1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931152" y="3145536"/>
            <a:ext cx="640080" cy="640080"/>
          </a:xfrm>
          <a:prstGeom prst="ellipse">
            <a:avLst/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31152" y="31455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26480" y="38953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goes live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063240" y="4425696"/>
            <a:ext cx="3017520" cy="566928"/>
          </a:xfrm>
          <a:prstGeom prst="roundRect">
            <a:avLst>
              <a:gd name="adj" fmla="val 50000"/>
            </a:avLst>
          </a:prstGeom>
          <a:solidFill>
            <a:srgbClr val="CC1F1F"/>
          </a:solidFill>
          <a:ln w="12700">
            <a:solidFill>
              <a:srgbClr val="CC1F1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63240" y="442569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Free Demo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2026-07-30T17:50:40Z</dcterms:created>
  <dcterms:modified xsi:type="dcterms:W3CDTF">2026-07-30T17:50:40Z</dcterms:modified>
</cp:coreProperties>
</file>