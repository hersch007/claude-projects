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31" y="-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20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6720840" y="2436250"/>
            <a:ext cx="3108960" cy="3082779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505307"/>
            <a:ext cx="566928" cy="5621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466344"/>
            <a:ext cx="274320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5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852" dirty="0"/>
          </a:p>
        </p:txBody>
      </p:sp>
      <p:sp>
        <p:nvSpPr>
          <p:cNvPr id="5" name="Text 1"/>
          <p:cNvSpPr/>
          <p:nvPr/>
        </p:nvSpPr>
        <p:spPr>
          <a:xfrm>
            <a:off x="1243584" y="831738"/>
            <a:ext cx="27432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1" b="1" kern="0" spc="24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961" dirty="0"/>
          </a:p>
        </p:txBody>
      </p:sp>
      <p:sp>
        <p:nvSpPr>
          <p:cNvPr id="6" name="Text 2"/>
          <p:cNvSpPr/>
          <p:nvPr/>
        </p:nvSpPr>
        <p:spPr>
          <a:xfrm>
            <a:off x="566928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Call Handling System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566928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missed calls into tickets — automatically.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6692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 →  Transcription  →  Claude AI  →  Auto-created ticket  →  SMS confirmation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6928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E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MVP  ·  Field-service dealers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47472"/>
            <a:ext cx="27432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84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840" dirty="0"/>
          </a:p>
        </p:txBody>
      </p:sp>
      <p:sp>
        <p:nvSpPr>
          <p:cNvPr id="4" name="Text 1"/>
          <p:cNvSpPr/>
          <p:nvPr/>
        </p:nvSpPr>
        <p:spPr>
          <a:xfrm>
            <a:off x="1042416" y="596189"/>
            <a:ext cx="274320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0" b="1" kern="0" spc="24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620" dirty="0"/>
          </a:p>
        </p:txBody>
      </p:sp>
      <p:sp>
        <p:nvSpPr>
          <p:cNvPr id="5" name="Shape 2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444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missed call is a job that went to a competitor.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inbound service calls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unanswered at peak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19272" y="25146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19272" y="2743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$250+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3502152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 of a single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/ plumbing job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89904" y="25146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9904" y="2743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5200" dirty="0"/>
          </a:p>
        </p:txBody>
      </p:sp>
      <p:sp>
        <p:nvSpPr>
          <p:cNvPr id="16" name="Text 13"/>
          <p:cNvSpPr/>
          <p:nvPr/>
        </p:nvSpPr>
        <p:spPr>
          <a:xfrm>
            <a:off x="6272784" y="3703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callers hire the first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that responds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for the pitch — replace with your dealers' real numbers.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AI receptionist that never sleeps — bolted onto the platform you already run.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4672" y="2761488"/>
            <a:ext cx="566928" cy="566928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04672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4672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call rolls to voicemail with a branded greeting. The caller just talks — no menus, no forms.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9272" y="2514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575304" y="2761488"/>
            <a:ext cx="566928" cy="566928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75304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575304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575304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transcribes the message, summarizes it, and pulls out the name, number, address, issue, and urgency.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89904" y="2514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45936" y="2761488"/>
            <a:ext cx="566928" cy="566928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45936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345936" y="3456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45936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or lead is created in that dealer's system instantly, and the caller gets an SMS confirmation.</a:t>
            </a:r>
            <a:endParaRPr lang="en-US" sz="12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7E17A9-7B0B-3B94-98F2-D9A3DC7B8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85" y="274102"/>
            <a:ext cx="1368027" cy="4591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voicemail to ticket in under a minute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029968" y="2898648"/>
            <a:ext cx="2057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1481328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05840" y="271576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33832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703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reaches voicemail via Twilio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17036" y="2898648"/>
            <a:ext cx="2057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235708" y="2514600"/>
            <a:ext cx="1481328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692908" y="271576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692908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235708" y="33832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327148" y="3703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turns audio into text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04104" y="2898648"/>
            <a:ext cx="2057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922776" y="2514600"/>
            <a:ext cx="1481328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79976" y="2715768"/>
            <a:ext cx="566928" cy="566928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79976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3922776" y="33832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014216" y="3703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summarizes + extracts intent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091172" y="2898648"/>
            <a:ext cx="2057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609844" y="2514600"/>
            <a:ext cx="1481328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067044" y="271576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67044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5609844" y="33832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01284" y="3703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lead pushed to WordPress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96912" y="2514600"/>
            <a:ext cx="1481328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754112" y="271576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754112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7296912" y="33832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388352" y="37033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gets an SMS reply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lifting runs off-site. </a:t>
            </a: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is installed inside WordPress — the AI service talks to each dealer's existing REST endpoint.</a:t>
            </a:r>
            <a:endParaRPr lang="en-US" sz="12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B0C85C-DE15-C046-1174-CB2E9205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85" y="274102"/>
            <a:ext cx="1368027" cy="459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external service — your WordPress stays untouched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17181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 ·  runs once, serves all dealers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7980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on Render or Fly.io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163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— phone, voicemail &amp; SMS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5295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— speech-to-text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38953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summary &amp; intent extraction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42611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 maps number → dealer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0" y="3566160"/>
            <a:ext cx="594360" cy="0"/>
          </a:xfrm>
          <a:prstGeom prst="line">
            <a:avLst/>
          </a:prstGeom>
          <a:noFill/>
          <a:ln w="31750">
            <a:solidFill>
              <a:srgbClr val="ED1C24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35424" y="288036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12080" y="224028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4068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WORDPRESS INSTALLS  ·  unchanged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0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isolated install per dealer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0" y="32369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PHP 5.6  ·  sp_* MySQL tables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0" y="36210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REST endpoint creates the ticket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0" y="4005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proven SMTI auth pattern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Per-install, not multi-tenant — the AI layer is the only shared piece, and it lives entirely outside WordPress.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97AEDA-9D6B-950D-80B5-0214B307E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85" y="274102"/>
            <a:ext cx="1368027" cy="459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47472"/>
            <a:ext cx="274320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84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840" dirty="0"/>
          </a:p>
        </p:txBody>
      </p:sp>
      <p:sp>
        <p:nvSpPr>
          <p:cNvPr id="4" name="Text 1"/>
          <p:cNvSpPr/>
          <p:nvPr/>
        </p:nvSpPr>
        <p:spPr>
          <a:xfrm>
            <a:off x="1042416" y="596189"/>
            <a:ext cx="274320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0" b="1" kern="0" spc="24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620" dirty="0"/>
          </a:p>
        </p:txBody>
      </p:sp>
      <p:sp>
        <p:nvSpPr>
          <p:cNvPr id="5" name="Shape 2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CAPTURES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intake from an unstructured voicemail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Caller name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Dave Miller…”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233172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044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Callback number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520440" y="2697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caller ID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summary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31520" y="34838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 stopped cooling overnight”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37560" y="3118104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204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520440" y="34838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the message if spoken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904488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152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type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31520" y="4270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· plumbing · roofing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37560" y="3904488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52044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Urgency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520440" y="4270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urgent · emergency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72200" y="2331720"/>
            <a:ext cx="2423160" cy="2359152"/>
          </a:xfrm>
          <a:prstGeom prst="roundRect">
            <a:avLst>
              <a:gd name="adj" fmla="val 3876"/>
            </a:avLst>
          </a:prstGeom>
          <a:solidFill>
            <a:srgbClr val="17181C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0080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DECIDES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2962656"/>
            <a:ext cx="118872" cy="118872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629400" y="28712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  </a:t>
            </a: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service / repair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0" y="3529584"/>
            <a:ext cx="118872" cy="118872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29400" y="34381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lead  </a:t>
            </a: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sales / quote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0" y="4096512"/>
            <a:ext cx="118872" cy="118872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629400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human  </a:t>
            </a: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emergency / unclear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566928" y="126187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" y="1179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value fast, then get smarter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ED1C24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  ·  now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9992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→ transcription → auto-ticket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confirmation back to the caller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8039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fallback for emergencies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206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one dealer (SMTI) first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17720" y="228600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7720" y="228600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46320" y="2286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LIVE AGENT  ·  next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92040" y="29992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that talks to the caller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9204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Qualifies, books, and escalates live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38039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 &amp; web-chat on the same brain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4206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every Phase 1 building block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FD9EB1-6A80-7D8D-0145-BAE477D92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85" y="274102"/>
            <a:ext cx="1368027" cy="459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p-icon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6858000" y="2651760"/>
            <a:ext cx="2926080" cy="2926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1627632"/>
            <a:ext cx="128016" cy="128016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04672" y="1545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 demo in two weeks.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603504" y="2761488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96112" y="2651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3–5 real voicemail samples to tune the AI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3504" y="3218688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96112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service against the SMTI test endpoint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03504" y="3675888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96112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Twilio number and run live test calls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03504" y="4133088"/>
            <a:ext cx="146304" cy="146304"/>
          </a:xfrm>
          <a:prstGeom prst="ellipse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96112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 together, then decide on Phase 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Richard Brashear  ·  Start Performance Platform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F11B6E-E518-D950-76EA-C8D03A825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85" y="274102"/>
            <a:ext cx="1368027" cy="459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571</Words>
  <Application>Microsoft Office PowerPoint</Application>
  <PresentationFormat>On-screen Show (16:9)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Call Handling System — Proof of Concept</dc:title>
  <dc:subject>PptxGenJS Presentation</dc:subject>
  <dc:creator>Start Performance</dc:creator>
  <cp:lastModifiedBy>Richard Brashear</cp:lastModifiedBy>
  <cp:revision>2</cp:revision>
  <dcterms:created xsi:type="dcterms:W3CDTF">2026-07-08T11:33:25Z</dcterms:created>
  <dcterms:modified xsi:type="dcterms:W3CDTF">2026-07-08T11:43:38Z</dcterms:modified>
</cp:coreProperties>
</file>