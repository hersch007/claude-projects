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3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331720"/>
          </a:xfrm>
          <a:prstGeom prst="rect">
            <a:avLst/>
          </a:prstGeom>
          <a:solidFill>
            <a:srgbClr val="17181C"/>
          </a:solidFill>
          <a:ln/>
        </p:spPr>
      </p:sp>
      <p:pic>
        <p:nvPicPr>
          <p:cNvPr id="3" name="Image 0" descr="assets/sp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5806440" y="137160"/>
            <a:ext cx="2148840" cy="2148840"/>
          </a:xfrm>
          <a:prstGeom prst="rect">
            <a:avLst/>
          </a:prstGeom>
        </p:spPr>
      </p:pic>
      <p:pic>
        <p:nvPicPr>
          <p:cNvPr id="4" name="Image 1" descr="assets/s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5840" y="347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24128" y="649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75488" y="10789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24/7 AI RECEPTIONIST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129844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Never miss another job.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475488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phone, answered — even when your hands are full.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57200" y="26060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in 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5943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 the trades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unanswered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88920" y="26060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78892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9260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callers skip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voicemail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20640" y="26060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20640" y="27249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1C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sec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52578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they've called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3730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you miss doesn't wait — they hire whoever picks up first.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457200" y="4590288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87552" y="4773168"/>
            <a:ext cx="512064" cy="51206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Text 19"/>
          <p:cNvSpPr/>
          <p:nvPr/>
        </p:nvSpPr>
        <p:spPr>
          <a:xfrm>
            <a:off x="987552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57200" y="53675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Answers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48640" y="5632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business name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218944" y="4590288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749296" y="4773168"/>
            <a:ext cx="512064" cy="51206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4"/>
          <p:cNvSpPr/>
          <p:nvPr/>
        </p:nvSpPr>
        <p:spPr>
          <a:xfrm>
            <a:off x="2749296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2218944" y="53675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Asks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2310384" y="5632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number &amp; the issue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980688" y="4590288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11040" y="4773168"/>
            <a:ext cx="512064" cy="512064"/>
          </a:xfrm>
          <a:prstGeom prst="ellipse">
            <a:avLst/>
          </a:prstGeom>
          <a:solidFill>
            <a:srgbClr val="ED1C24"/>
          </a:solidFill>
          <a:ln/>
        </p:spPr>
      </p:sp>
      <p:sp>
        <p:nvSpPr>
          <p:cNvPr id="33" name="Text 29"/>
          <p:cNvSpPr/>
          <p:nvPr/>
        </p:nvSpPr>
        <p:spPr>
          <a:xfrm>
            <a:off x="451104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3980688" y="53675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Texts back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4072128" y="5632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don't move on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742432" y="4590288"/>
            <a:ext cx="1572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272784" y="4773168"/>
            <a:ext cx="512064" cy="51206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8" name="Text 34"/>
          <p:cNvSpPr/>
          <p:nvPr/>
        </p:nvSpPr>
        <p:spPr>
          <a:xfrm>
            <a:off x="6272784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5742432" y="53675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Sends it to you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5833872" y="5632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book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0533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current number. No new phone, no app for your customers, nothing to learn.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57200" y="6446520"/>
            <a:ext cx="3063240" cy="2240280"/>
          </a:xfrm>
          <a:prstGeom prst="roundRect">
            <a:avLst>
              <a:gd name="adj" fmla="val 4082"/>
            </a:avLst>
          </a:prstGeom>
          <a:solidFill>
            <a:srgbClr val="17181C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685800" y="6629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D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85800" y="6903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$29</a:t>
            </a:r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/mo</a:t>
            </a:r>
            <a:endParaRPr lang="en-US" sz="3800" dirty="0"/>
          </a:p>
        </p:txBody>
      </p:sp>
      <p:sp>
        <p:nvSpPr>
          <p:cNvPr id="45" name="Text 41"/>
          <p:cNvSpPr/>
          <p:nvPr/>
        </p:nvSpPr>
        <p:spPr>
          <a:xfrm>
            <a:off x="685800" y="7525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dollar a day.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685800" y="7818120"/>
            <a:ext cx="2606040" cy="0"/>
          </a:xfrm>
          <a:prstGeom prst="line">
            <a:avLst/>
          </a:prstGeom>
          <a:noFill/>
          <a:ln w="12700">
            <a:solidFill>
              <a:srgbClr val="3A3D4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85800" y="7909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call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10× back</a:t>
            </a:r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repair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34× back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85800" y="8385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rate: $9.99/mo — limited early sign-ups.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374904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pays for itself</a:t>
            </a:r>
            <a:endParaRPr lang="en-US" sz="1600" dirty="0"/>
          </a:p>
        </p:txBody>
      </p:sp>
      <p:pic>
        <p:nvPicPr>
          <p:cNvPr id="50" name="Image 2" descr="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6912864"/>
            <a:ext cx="182880" cy="18288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4023360" y="6885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every call — nights &amp; weekends</a:t>
            </a:r>
            <a:endParaRPr lang="en-US" sz="1150" dirty="0"/>
          </a:p>
        </p:txBody>
      </p:sp>
      <p:pic>
        <p:nvPicPr>
          <p:cNvPr id="52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7214616"/>
            <a:ext cx="182880" cy="18288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4023360" y="7187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hear back in seconds</a:t>
            </a:r>
            <a:endParaRPr lang="en-US" sz="1150" dirty="0"/>
          </a:p>
        </p:txBody>
      </p:sp>
      <p:pic>
        <p:nvPicPr>
          <p:cNvPr id="54" name="Image 4" descr="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7516368"/>
            <a:ext cx="182880" cy="18288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023360" y="7488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bigger than you are, 24/7</a:t>
            </a:r>
            <a:endParaRPr lang="en-US" sz="1150" dirty="0"/>
          </a:p>
        </p:txBody>
      </p:sp>
      <p:pic>
        <p:nvPicPr>
          <p:cNvPr id="56" name="Image 5" descr="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7818120"/>
            <a:ext cx="182880" cy="18288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4023360" y="77906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current number</a:t>
            </a:r>
            <a:endParaRPr lang="en-US" sz="1150" dirty="0"/>
          </a:p>
        </p:txBody>
      </p:sp>
      <p:pic>
        <p:nvPicPr>
          <p:cNvPr id="58" name="Image 6" descr="asset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8119872"/>
            <a:ext cx="182880" cy="18288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4023360" y="8092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slips through the cracks</a:t>
            </a:r>
            <a:endParaRPr lang="en-US" sz="1150" dirty="0"/>
          </a:p>
        </p:txBody>
      </p:sp>
      <p:pic>
        <p:nvPicPr>
          <p:cNvPr id="60" name="Image 7" descr="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8421624"/>
            <a:ext cx="182880" cy="18288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4023360" y="8394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first to respond — and win the job</a:t>
            </a:r>
            <a:endParaRPr lang="en-US" sz="1150" dirty="0"/>
          </a:p>
        </p:txBody>
      </p:sp>
      <p:sp>
        <p:nvSpPr>
          <p:cNvPr id="62" name="Shape 52"/>
          <p:cNvSpPr/>
          <p:nvPr/>
        </p:nvSpPr>
        <p:spPr>
          <a:xfrm>
            <a:off x="457200" y="891540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ED1C24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63" name="Text 53"/>
          <p:cNvSpPr/>
          <p:nvPr/>
        </p:nvSpPr>
        <p:spPr>
          <a:xfrm>
            <a:off x="548640" y="9006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30 days — win back one job and it's already paid for.</a:t>
            </a:r>
            <a:endParaRPr lang="en-US" sz="1500" dirty="0"/>
          </a:p>
        </p:txBody>
      </p:sp>
      <p:sp>
        <p:nvSpPr>
          <p:cNvPr id="64" name="Text 54"/>
          <p:cNvSpPr/>
          <p:nvPr/>
        </p:nvSpPr>
        <p:spPr>
          <a:xfrm>
            <a:off x="548640" y="93634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$29/month  ·  No contract  ·  No hardware  ·  Live in a day</a:t>
            </a:r>
            <a:endParaRPr lang="en-US" sz="1200" dirty="0"/>
          </a:p>
        </p:txBody>
      </p:sp>
      <p:sp>
        <p:nvSpPr>
          <p:cNvPr id="65" name="Text 55"/>
          <p:cNvSpPr/>
          <p:nvPr/>
        </p:nvSpPr>
        <p:spPr>
          <a:xfrm>
            <a:off x="457200" y="9829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800-541-4938   ·   rbstart@startperformance.com   ·   startperformance.com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Never Miss Another Job — Flyer</dc:title>
  <dc:subject>PptxGenJS Presentation</dc:subject>
  <dc:creator>Start Performance</dc:creator>
  <cp:lastModifiedBy>Start Performance</cp:lastModifiedBy>
  <cp:revision>1</cp:revision>
  <dcterms:created xsi:type="dcterms:W3CDTF">2026-07-08T18:21:30Z</dcterms:created>
  <dcterms:modified xsi:type="dcterms:W3CDTF">2026-07-08T18:21:30Z</dcterms:modified>
</cp:coreProperties>
</file>