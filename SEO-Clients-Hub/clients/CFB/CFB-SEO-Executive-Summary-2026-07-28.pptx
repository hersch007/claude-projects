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Positions Gained</c:v>
                </c:pt>
              </c:strCache>
            </c:strRef>
          </c:tx>
          <c:spPr>
            <a:solidFill>
              <a:srgbClr val="00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nylon bag for packaging</c:v>
                  </c:pt>
                  <c:pt idx="1">
                    <c:v>cleanroom ziplock bags</c:v>
                  </c:pt>
                  <c:pt idx="2">
                    <c:v>nylon oven bag</c:v>
                  </c:pt>
                  <c:pt idx="3">
                    <c:v>semiconductor cleanroom pkg</c:v>
                  </c:pt>
                  <c:pt idx="4">
                    <c:v>aluminium foil bag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 FILM &amp; BAGS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Progress — First Tracked Period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period: July 14 – July 28, 2026   |   Prepared by Start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Optimized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7C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74136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Clicks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(Search Console)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this period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08192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7C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99632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Ranking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Top 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33688" y="173736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EBF1F9"/>
          </a:solidFill>
          <a:ln w="12700">
            <a:solidFill>
              <a:srgbClr val="B7C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1901952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80/100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25128" y="2542032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SEO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(Ubersuggest)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25128" y="290779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"High" rating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Delivered This Period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Homepage: title, meta description, and Organization schema deployed sitewide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market pages optimized — titles, metas, alt text, and Service/CollectionPage schema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Learning Center posts optimized with Article/NewsArticle schema and author byline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 page corrected — replaced a live title/meta mismatch, added AboutPage schema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50-keyword tracking list built in Ubersuggest, including a dedicated VCI cluster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52 total site pages now fully optimized (37% complete)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310128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Position Gains</a:t>
            </a:r>
            <a:endParaRPr lang="en-US" sz="1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967728" y="3639312"/>
          <a:ext cx="47548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F0D8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806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"anti-static bags" — 4,400 searches/month, not yet ranking — the largest untapped keyword found this period  ·  VCI cluster (1,190+ combined monthly searches) awaiting its landing page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Start Advertising   ·   cleanroomfilm.com   ·   Confidential — For Cleanroom Film &amp; Bags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2026-07-28T11:32:02Z</dcterms:created>
  <dcterms:modified xsi:type="dcterms:W3CDTF">2026-07-28T11:32:02Z</dcterms:modified>
</cp:coreProperties>
</file>