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</c:v>
                </c:pt>
              </c:strCache>
            </c:strRef>
          </c:tx>
          <c:spPr>
            <a:solidFill>
              <a:srgbClr val="2157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Product</c:v>
                  </c:pt>
                  <c:pt idx="1">
                    <c:v>Market</c:v>
                  </c:pt>
                  <c:pt idx="2">
                    <c:v>Capability</c:v>
                  </c:pt>
                  <c:pt idx="3">
                    <c:v>Sustainability</c:v>
                  </c:pt>
                  <c:pt idx="4">
                    <c:v>Corporate</c:v>
                  </c:pt>
                  <c:pt idx="5">
                    <c:v>Resource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9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C-P FLEXIBLE PACKAGING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Progress — 30-Day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24 – July 28, 2026   ·   New HubSpot site (pre-launch)   ·   Prepared by Start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EAF3E6"/>
          </a:solidFill>
          <a:ln w="12700">
            <a:solidFill>
              <a:srgbClr val="C6E0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Optimized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7373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EAF3E6"/>
          </a:solidFill>
          <a:ln w="12700">
            <a:solidFill>
              <a:srgbClr val="C6E0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74136" y="25786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Page-Set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17373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EAF3E6"/>
          </a:solidFill>
          <a:ln w="12700">
            <a:solidFill>
              <a:srgbClr val="C6E0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99632" y="25786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Images Alt-Texted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3688" y="173736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EAF3E6"/>
          </a:solidFill>
          <a:ln w="12700">
            <a:solidFill>
              <a:srgbClr val="C6E0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25128" y="25786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Structured-Data Blocks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Delivered This Period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6446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page titles rewritten (keyword-focused, ≤70 chars)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meta descriptions written (with CTAs, ≤155 chars)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160+ images given descriptive, keyword-aligned alt text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structured-data (schema) blocks added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Sitewide certification badges fixed — SQF · AIB · BRCGS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310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Optimized by Category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086600" y="3639312"/>
          <a:ext cx="46177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 w="12700">
            <a:solidFill>
              <a:srgbClr val="F0D8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site not yet live — measurement begins at launch.  Next: content expansion, keyword research &amp; new product pages.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Start Advertising   ·   gcpflexpack.com   ·   Confidential — For C-P Flexible Packaging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2026-07-28T10:27:03Z</dcterms:created>
  <dcterms:modified xsi:type="dcterms:W3CDTF">2026-07-28T10:27:03Z</dcterms:modified>
</cp:coreProperties>
</file>