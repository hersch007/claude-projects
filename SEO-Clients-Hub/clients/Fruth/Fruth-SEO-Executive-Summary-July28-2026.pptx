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Search Position</c:v>
                </c:pt>
              </c:strCache>
            </c:strRef>
          </c:tx>
          <c:spPr>
            <a:solidFill>
              <a:srgbClr val="0C23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bottom seal bags</c:v>
                  </c:pt>
                  <c:pt idx="1">
                    <c:v>cleanroom bags</c:v>
                  </c:pt>
                  <c:pt idx="2">
                    <c:v>autoclave bags</c:v>
                  </c:pt>
                  <c:pt idx="3">
                    <c:v>polypropylene grow bag</c:v>
                  </c:pt>
                  <c:pt idx="4">
                    <c:v>autoclavable bags</c:v>
                  </c:pt>
                  <c:pt idx="5">
                    <c:v>emi static shield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13</c:v>
                </c:pt>
                <c:pt idx="2">
                  <c:v>9</c:v>
                </c:pt>
                <c:pt idx="3">
                  <c:v>12</c:v>
                </c:pt>
                <c:pt idx="4">
                  <c:v>10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FRUTH CUSTOM PACKAGING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Progress — 62-Day Snapshot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period: May 27 – July 28, 2026   |   Prepared by Start Advertising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EBF1F9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01952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Keywords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by Google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07792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+87.9% vs. May 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82696" y="173736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EBF1F9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82696" y="1901952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74136" y="2542032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Traffic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74136" y="2907792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+30.5% vs. May 27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08192" y="173736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EBF1F9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901952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99632" y="2542032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Issues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9632" y="2907792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↓64.6% this period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33688" y="173736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EBF1F9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33688" y="1901952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25128" y="2542032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Impressions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over Month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25128" y="2907792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9,820 total impressions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3101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Delivered This Period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3703320"/>
            <a:ext cx="6217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product pages expanded — keyword-rich copy, FAQs, and JSON-LD schema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Anti-Static Film &amp; EMI Static Shielding pages written and implemented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issues reduced 64.6% — from 65 to 23 in two weeks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SEObility audit underway — titles, H1s, metas being corrected site-wide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50-keyword tracking list rebuilt and prioritized in Ubersuggest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Fruth backlinks (2.9K) exceed all 3 tracked competitors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3310128"/>
            <a:ext cx="4645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Position Wins</a:t>
            </a:r>
            <a:endParaRPr lang="en-US" sz="16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967728" y="3639312"/>
          <a:ext cx="47548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457200" y="5806440"/>
            <a:ext cx="11274552" cy="548640"/>
          </a:xfrm>
          <a:prstGeom prst="roundRect">
            <a:avLst>
              <a:gd name="adj" fmla="val 16667"/>
            </a:avLst>
          </a:prstGeom>
          <a:solidFill>
            <a:srgbClr val="FFF3D6"/>
          </a:solidFill>
          <a:ln w="12700">
            <a:solidFill>
              <a:srgbClr val="F0D8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58064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   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"autoclave bags" at position 9.3 with 1,159 impressions — one title/meta push from page 1  ·  VCI cluster pending client specs  ·  5 film pages remaining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Start Advertising   ·   fruth.com   ·   Confidential — For Fruth Custom Packaging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2026-07-28T10:53:00Z</dcterms:created>
  <dcterms:modified xsi:type="dcterms:W3CDTF">2026-07-28T10:53:00Z</dcterms:modified>
</cp:coreProperties>
</file>